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74" r:id="rId6"/>
    <p:sldId id="278" r:id="rId7"/>
    <p:sldId id="280" r:id="rId8"/>
    <p:sldId id="283" r:id="rId9"/>
    <p:sldId id="286" r:id="rId10"/>
    <p:sldId id="285" r:id="rId11"/>
    <p:sldId id="284" r:id="rId12"/>
    <p:sldId id="271" r:id="rId13"/>
    <p:sldId id="281" r:id="rId14"/>
    <p:sldId id="287" r:id="rId15"/>
    <p:sldId id="289" r:id="rId16"/>
    <p:sldId id="288" r:id="rId17"/>
    <p:sldId id="292" r:id="rId18"/>
    <p:sldId id="294" r:id="rId19"/>
    <p:sldId id="290" r:id="rId20"/>
    <p:sldId id="291" r:id="rId21"/>
    <p:sldId id="268" r:id="rId22"/>
    <p:sldId id="269" r:id="rId23"/>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4D5080-90A5-4FA9-9DF2-E0B9EAF55B9D}" v="50" dt="2026-04-04T10:28:29.69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p:cViewPr varScale="1">
        <p:scale>
          <a:sx n="61" d="100"/>
          <a:sy n="61" d="100"/>
        </p:scale>
        <p:origin x="48" y="51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uma tanuku" userId="2df8c705b415d193" providerId="LiveId" clId="{CA0DFD3F-AD1C-4D29-9DDF-4B31026A602D}"/>
    <pc:docChg chg="undo custSel addSld delSld modSld">
      <pc:chgData name="kusuma tanuku" userId="2df8c705b415d193" providerId="LiveId" clId="{CA0DFD3F-AD1C-4D29-9DDF-4B31026A602D}" dt="2026-04-04T10:30:14.889" v="1222" actId="20577"/>
      <pc:docMkLst>
        <pc:docMk/>
      </pc:docMkLst>
      <pc:sldChg chg="modSp mod">
        <pc:chgData name="kusuma tanuku" userId="2df8c705b415d193" providerId="LiveId" clId="{CA0DFD3F-AD1C-4D29-9DDF-4B31026A602D}" dt="2026-04-04T09:07:21.867" v="8" actId="2711"/>
        <pc:sldMkLst>
          <pc:docMk/>
          <pc:sldMk cId="86789223" sldId="259"/>
        </pc:sldMkLst>
        <pc:spChg chg="mod">
          <ac:chgData name="kusuma tanuku" userId="2df8c705b415d193" providerId="LiveId" clId="{CA0DFD3F-AD1C-4D29-9DDF-4B31026A602D}" dt="2026-04-04T09:07:21.867" v="8" actId="2711"/>
          <ac:spMkLst>
            <pc:docMk/>
            <pc:sldMk cId="86789223" sldId="259"/>
            <ac:spMk id="2" creationId="{25851B59-AD5A-81AD-7D42-C1CD5E589B58}"/>
          </ac:spMkLst>
        </pc:spChg>
      </pc:sldChg>
      <pc:sldChg chg="modSp mod">
        <pc:chgData name="kusuma tanuku" userId="2df8c705b415d193" providerId="LiveId" clId="{CA0DFD3F-AD1C-4D29-9DDF-4B31026A602D}" dt="2026-04-04T10:24:02.129" v="1082" actId="2711"/>
        <pc:sldMkLst>
          <pc:docMk/>
          <pc:sldMk cId="2694192783" sldId="268"/>
        </pc:sldMkLst>
        <pc:spChg chg="mod">
          <ac:chgData name="kusuma tanuku" userId="2df8c705b415d193" providerId="LiveId" clId="{CA0DFD3F-AD1C-4D29-9DDF-4B31026A602D}" dt="2026-04-04T10:24:02.129" v="1082" actId="2711"/>
          <ac:spMkLst>
            <pc:docMk/>
            <pc:sldMk cId="2694192783" sldId="268"/>
            <ac:spMk id="6" creationId="{DABB4592-5775-79D7-4F02-0BE4F7025B51}"/>
          </ac:spMkLst>
        </pc:spChg>
      </pc:sldChg>
      <pc:sldChg chg="modSp mod">
        <pc:chgData name="kusuma tanuku" userId="2df8c705b415d193" providerId="LiveId" clId="{CA0DFD3F-AD1C-4D29-9DDF-4B31026A602D}" dt="2026-04-04T09:49:07.528" v="717" actId="14100"/>
        <pc:sldMkLst>
          <pc:docMk/>
          <pc:sldMk cId="314495878" sldId="271"/>
        </pc:sldMkLst>
        <pc:spChg chg="mod">
          <ac:chgData name="kusuma tanuku" userId="2df8c705b415d193" providerId="LiveId" clId="{CA0DFD3F-AD1C-4D29-9DDF-4B31026A602D}" dt="2026-04-04T09:48:33.141" v="716" actId="14100"/>
          <ac:spMkLst>
            <pc:docMk/>
            <pc:sldMk cId="314495878" sldId="271"/>
            <ac:spMk id="4" creationId="{A1271227-37A8-BD2E-DA5F-9D1409CD539E}"/>
          </ac:spMkLst>
        </pc:spChg>
        <pc:spChg chg="mod">
          <ac:chgData name="kusuma tanuku" userId="2df8c705b415d193" providerId="LiveId" clId="{CA0DFD3F-AD1C-4D29-9DDF-4B31026A602D}" dt="2026-04-04T09:49:07.528" v="717" actId="14100"/>
          <ac:spMkLst>
            <pc:docMk/>
            <pc:sldMk cId="314495878" sldId="271"/>
            <ac:spMk id="12" creationId="{2E698EF3-6CC5-CB2B-B3DF-1F2230442C23}"/>
          </ac:spMkLst>
        </pc:spChg>
      </pc:sldChg>
      <pc:sldChg chg="modSp mod">
        <pc:chgData name="kusuma tanuku" userId="2df8c705b415d193" providerId="LiveId" clId="{CA0DFD3F-AD1C-4D29-9DDF-4B31026A602D}" dt="2026-04-04T09:12:15.286" v="30" actId="2711"/>
        <pc:sldMkLst>
          <pc:docMk/>
          <pc:sldMk cId="4273835673" sldId="274"/>
        </pc:sldMkLst>
        <pc:spChg chg="mod">
          <ac:chgData name="kusuma tanuku" userId="2df8c705b415d193" providerId="LiveId" clId="{CA0DFD3F-AD1C-4D29-9DDF-4B31026A602D}" dt="2026-04-04T09:12:15.286" v="30" actId="2711"/>
          <ac:spMkLst>
            <pc:docMk/>
            <pc:sldMk cId="4273835673" sldId="274"/>
            <ac:spMk id="16" creationId="{85EA2366-D5A3-7AD8-E7B4-472C3227ADC8}"/>
          </ac:spMkLst>
        </pc:spChg>
      </pc:sldChg>
      <pc:sldChg chg="modSp mod">
        <pc:chgData name="kusuma tanuku" userId="2df8c705b415d193" providerId="LiveId" clId="{CA0DFD3F-AD1C-4D29-9DDF-4B31026A602D}" dt="2026-04-04T09:27:14.801" v="233" actId="20577"/>
        <pc:sldMkLst>
          <pc:docMk/>
          <pc:sldMk cId="891828902" sldId="280"/>
        </pc:sldMkLst>
        <pc:spChg chg="mod">
          <ac:chgData name="kusuma tanuku" userId="2df8c705b415d193" providerId="LiveId" clId="{CA0DFD3F-AD1C-4D29-9DDF-4B31026A602D}" dt="2026-04-04T09:27:14.801" v="233" actId="20577"/>
          <ac:spMkLst>
            <pc:docMk/>
            <pc:sldMk cId="891828902" sldId="280"/>
            <ac:spMk id="12" creationId="{4CDD3B24-C6E3-C570-0D11-D85BD4A44819}"/>
          </ac:spMkLst>
        </pc:spChg>
      </pc:sldChg>
      <pc:sldChg chg="addSp delSp modSp mod">
        <pc:chgData name="kusuma tanuku" userId="2df8c705b415d193" providerId="LiveId" clId="{CA0DFD3F-AD1C-4D29-9DDF-4B31026A602D}" dt="2026-04-04T09:52:31.286" v="726" actId="14100"/>
        <pc:sldMkLst>
          <pc:docMk/>
          <pc:sldMk cId="2514269754" sldId="281"/>
        </pc:sldMkLst>
        <pc:picChg chg="add mod">
          <ac:chgData name="kusuma tanuku" userId="2df8c705b415d193" providerId="LiveId" clId="{CA0DFD3F-AD1C-4D29-9DDF-4B31026A602D}" dt="2026-04-04T09:52:31.286" v="726" actId="14100"/>
          <ac:picMkLst>
            <pc:docMk/>
            <pc:sldMk cId="2514269754" sldId="281"/>
            <ac:picMk id="2" creationId="{9F30A407-9252-D09E-F29A-EF87DC8B72D7}"/>
          </ac:picMkLst>
        </pc:picChg>
        <pc:picChg chg="del">
          <ac:chgData name="kusuma tanuku" userId="2df8c705b415d193" providerId="LiveId" clId="{CA0DFD3F-AD1C-4D29-9DDF-4B31026A602D}" dt="2026-04-04T09:52:10.702" v="718" actId="478"/>
          <ac:picMkLst>
            <pc:docMk/>
            <pc:sldMk cId="2514269754" sldId="281"/>
            <ac:picMk id="4" creationId="{96F175A0-421F-5BB2-4D58-030F44CBBA8E}"/>
          </ac:picMkLst>
        </pc:picChg>
      </pc:sldChg>
      <pc:sldChg chg="addSp delSp modSp mod">
        <pc:chgData name="kusuma tanuku" userId="2df8c705b415d193" providerId="LiveId" clId="{CA0DFD3F-AD1C-4D29-9DDF-4B31026A602D}" dt="2026-04-04T09:38:59.818" v="330" actId="14100"/>
        <pc:sldMkLst>
          <pc:docMk/>
          <pc:sldMk cId="2565870386" sldId="283"/>
        </pc:sldMkLst>
        <pc:spChg chg="mod">
          <ac:chgData name="kusuma tanuku" userId="2df8c705b415d193" providerId="LiveId" clId="{CA0DFD3F-AD1C-4D29-9DDF-4B31026A602D}" dt="2026-04-04T09:37:11.895" v="303" actId="20577"/>
          <ac:spMkLst>
            <pc:docMk/>
            <pc:sldMk cId="2565870386" sldId="283"/>
            <ac:spMk id="12" creationId="{DB0D226A-4905-9A23-644C-CE3991C38936}"/>
          </ac:spMkLst>
        </pc:spChg>
        <pc:graphicFrameChg chg="add mod modGraphic">
          <ac:chgData name="kusuma tanuku" userId="2df8c705b415d193" providerId="LiveId" clId="{CA0DFD3F-AD1C-4D29-9DDF-4B31026A602D}" dt="2026-04-04T09:38:59.818" v="330" actId="14100"/>
          <ac:graphicFrameMkLst>
            <pc:docMk/>
            <pc:sldMk cId="2565870386" sldId="283"/>
            <ac:graphicFrameMk id="3" creationId="{4695DFD2-A2FC-0051-FFFC-8FC3567B4C32}"/>
          </ac:graphicFrameMkLst>
        </pc:graphicFrameChg>
        <pc:graphicFrameChg chg="del modGraphic">
          <ac:chgData name="kusuma tanuku" userId="2df8c705b415d193" providerId="LiveId" clId="{CA0DFD3F-AD1C-4D29-9DDF-4B31026A602D}" dt="2026-04-04T09:37:29.623" v="305" actId="478"/>
          <ac:graphicFrameMkLst>
            <pc:docMk/>
            <pc:sldMk cId="2565870386" sldId="283"/>
            <ac:graphicFrameMk id="15" creationId="{7A2EBB8D-ECD5-E1A2-413F-793969B568BB}"/>
          </ac:graphicFrameMkLst>
        </pc:graphicFrameChg>
      </pc:sldChg>
      <pc:sldChg chg="addSp delSp modSp mod">
        <pc:chgData name="kusuma tanuku" userId="2df8c705b415d193" providerId="LiveId" clId="{CA0DFD3F-AD1C-4D29-9DDF-4B31026A602D}" dt="2026-04-04T09:43:57.620" v="595" actId="20577"/>
        <pc:sldMkLst>
          <pc:docMk/>
          <pc:sldMk cId="2359568655" sldId="284"/>
        </pc:sldMkLst>
        <pc:spChg chg="mod">
          <ac:chgData name="kusuma tanuku" userId="2df8c705b415d193" providerId="LiveId" clId="{CA0DFD3F-AD1C-4D29-9DDF-4B31026A602D}" dt="2026-04-04T09:43:57.620" v="595" actId="20577"/>
          <ac:spMkLst>
            <pc:docMk/>
            <pc:sldMk cId="2359568655" sldId="284"/>
            <ac:spMk id="12" creationId="{7F5AECAB-ADA0-137A-8F14-77698E44A825}"/>
          </ac:spMkLst>
        </pc:spChg>
        <pc:graphicFrameChg chg="del">
          <ac:chgData name="kusuma tanuku" userId="2df8c705b415d193" providerId="LiveId" clId="{CA0DFD3F-AD1C-4D29-9DDF-4B31026A602D}" dt="2026-04-04T09:43:21.639" v="573" actId="478"/>
          <ac:graphicFrameMkLst>
            <pc:docMk/>
            <pc:sldMk cId="2359568655" sldId="284"/>
            <ac:graphicFrameMk id="3" creationId="{ECE2212A-37A1-89A7-A746-64DED323801A}"/>
          </ac:graphicFrameMkLst>
        </pc:graphicFrameChg>
        <pc:graphicFrameChg chg="add mod modGraphic">
          <ac:chgData name="kusuma tanuku" userId="2df8c705b415d193" providerId="LiveId" clId="{CA0DFD3F-AD1C-4D29-9DDF-4B31026A602D}" dt="2026-04-04T09:43:43.510" v="578" actId="14100"/>
          <ac:graphicFrameMkLst>
            <pc:docMk/>
            <pc:sldMk cId="2359568655" sldId="284"/>
            <ac:graphicFrameMk id="4" creationId="{008C2421-F150-1FAD-492E-079818D978EE}"/>
          </ac:graphicFrameMkLst>
        </pc:graphicFrameChg>
      </pc:sldChg>
      <pc:sldChg chg="addSp delSp modSp mod">
        <pc:chgData name="kusuma tanuku" userId="2df8c705b415d193" providerId="LiveId" clId="{CA0DFD3F-AD1C-4D29-9DDF-4B31026A602D}" dt="2026-04-04T09:45:37.491" v="707" actId="20577"/>
        <pc:sldMkLst>
          <pc:docMk/>
          <pc:sldMk cId="1096694356" sldId="285"/>
        </pc:sldMkLst>
        <pc:spChg chg="mod">
          <ac:chgData name="kusuma tanuku" userId="2df8c705b415d193" providerId="LiveId" clId="{CA0DFD3F-AD1C-4D29-9DDF-4B31026A602D}" dt="2026-04-04T09:45:37.491" v="707" actId="20577"/>
          <ac:spMkLst>
            <pc:docMk/>
            <pc:sldMk cId="1096694356" sldId="285"/>
            <ac:spMk id="12" creationId="{BE4EB3E5-F5F4-BFDA-2030-B081D8DD8B72}"/>
          </ac:spMkLst>
        </pc:spChg>
        <pc:graphicFrameChg chg="del">
          <ac:chgData name="kusuma tanuku" userId="2df8c705b415d193" providerId="LiveId" clId="{CA0DFD3F-AD1C-4D29-9DDF-4B31026A602D}" dt="2026-04-04T09:41:51.748" v="448" actId="478"/>
          <ac:graphicFrameMkLst>
            <pc:docMk/>
            <pc:sldMk cId="1096694356" sldId="285"/>
            <ac:graphicFrameMk id="3" creationId="{31F6B0F5-0FDB-2059-BAAA-EC98BE885AE3}"/>
          </ac:graphicFrameMkLst>
        </pc:graphicFrameChg>
        <pc:graphicFrameChg chg="add mod modGraphic">
          <ac:chgData name="kusuma tanuku" userId="2df8c705b415d193" providerId="LiveId" clId="{CA0DFD3F-AD1C-4D29-9DDF-4B31026A602D}" dt="2026-04-04T09:45:15.465" v="704" actId="14100"/>
          <ac:graphicFrameMkLst>
            <pc:docMk/>
            <pc:sldMk cId="1096694356" sldId="285"/>
            <ac:graphicFrameMk id="4" creationId="{855CDA22-F105-E0F6-4DFA-97893DD6F4AA}"/>
          </ac:graphicFrameMkLst>
        </pc:graphicFrameChg>
      </pc:sldChg>
      <pc:sldChg chg="addSp delSp modSp mod">
        <pc:chgData name="kusuma tanuku" userId="2df8c705b415d193" providerId="LiveId" clId="{CA0DFD3F-AD1C-4D29-9DDF-4B31026A602D}" dt="2026-04-04T09:40:52.274" v="408" actId="14100"/>
        <pc:sldMkLst>
          <pc:docMk/>
          <pc:sldMk cId="1327093014" sldId="286"/>
        </pc:sldMkLst>
        <pc:spChg chg="mod">
          <ac:chgData name="kusuma tanuku" userId="2df8c705b415d193" providerId="LiveId" clId="{CA0DFD3F-AD1C-4D29-9DDF-4B31026A602D}" dt="2026-04-04T09:40:11.956" v="401" actId="20577"/>
          <ac:spMkLst>
            <pc:docMk/>
            <pc:sldMk cId="1327093014" sldId="286"/>
            <ac:spMk id="12" creationId="{2B7D6DA8-89F8-4CB4-20B5-36719C763BE0}"/>
          </ac:spMkLst>
        </pc:spChg>
        <pc:graphicFrameChg chg="add mod modGraphic">
          <ac:chgData name="kusuma tanuku" userId="2df8c705b415d193" providerId="LiveId" clId="{CA0DFD3F-AD1C-4D29-9DDF-4B31026A602D}" dt="2026-04-04T09:40:52.274" v="408" actId="14100"/>
          <ac:graphicFrameMkLst>
            <pc:docMk/>
            <pc:sldMk cId="1327093014" sldId="286"/>
            <ac:graphicFrameMk id="3" creationId="{C5736F5D-22D5-53AA-6860-6FC6ADC017A3}"/>
          </ac:graphicFrameMkLst>
        </pc:graphicFrameChg>
        <pc:graphicFrameChg chg="del">
          <ac:chgData name="kusuma tanuku" userId="2df8c705b415d193" providerId="LiveId" clId="{CA0DFD3F-AD1C-4D29-9DDF-4B31026A602D}" dt="2026-04-04T09:40:14.370" v="402" actId="478"/>
          <ac:graphicFrameMkLst>
            <pc:docMk/>
            <pc:sldMk cId="1327093014" sldId="286"/>
            <ac:graphicFrameMk id="15" creationId="{C4CD2BA1-FBEB-D591-1D32-2516A6652B92}"/>
          </ac:graphicFrameMkLst>
        </pc:graphicFrameChg>
      </pc:sldChg>
      <pc:sldChg chg="addSp delSp modSp mod">
        <pc:chgData name="kusuma tanuku" userId="2df8c705b415d193" providerId="LiveId" clId="{CA0DFD3F-AD1C-4D29-9DDF-4B31026A602D}" dt="2026-04-04T10:27:56.887" v="1141" actId="20577"/>
        <pc:sldMkLst>
          <pc:docMk/>
          <pc:sldMk cId="2972483051" sldId="287"/>
        </pc:sldMkLst>
        <pc:spChg chg="mod">
          <ac:chgData name="kusuma tanuku" userId="2df8c705b415d193" providerId="LiveId" clId="{CA0DFD3F-AD1C-4D29-9DDF-4B31026A602D}" dt="2026-04-04T10:27:56.887" v="1141" actId="20577"/>
          <ac:spMkLst>
            <pc:docMk/>
            <pc:sldMk cId="2972483051" sldId="287"/>
            <ac:spMk id="3" creationId="{B8DE39BD-B38D-F038-C3C2-37F3F226C77D}"/>
          </ac:spMkLst>
        </pc:spChg>
        <pc:picChg chg="del">
          <ac:chgData name="kusuma tanuku" userId="2df8c705b415d193" providerId="LiveId" clId="{CA0DFD3F-AD1C-4D29-9DDF-4B31026A602D}" dt="2026-04-04T09:54:29.146" v="727" actId="478"/>
          <ac:picMkLst>
            <pc:docMk/>
            <pc:sldMk cId="2972483051" sldId="287"/>
            <ac:picMk id="2" creationId="{5CF36B6B-3DC9-637A-2E01-11A1BEE180C8}"/>
          </ac:picMkLst>
        </pc:picChg>
        <pc:picChg chg="add mod">
          <ac:chgData name="kusuma tanuku" userId="2df8c705b415d193" providerId="LiveId" clId="{CA0DFD3F-AD1C-4D29-9DDF-4B31026A602D}" dt="2026-04-04T09:55:39.081" v="742" actId="14100"/>
          <ac:picMkLst>
            <pc:docMk/>
            <pc:sldMk cId="2972483051" sldId="287"/>
            <ac:picMk id="4" creationId="{A0D961D1-DE2B-CD98-52F6-A1D71AFF1CD4}"/>
          </ac:picMkLst>
        </pc:picChg>
        <pc:picChg chg="add mod">
          <ac:chgData name="kusuma tanuku" userId="2df8c705b415d193" providerId="LiveId" clId="{CA0DFD3F-AD1C-4D29-9DDF-4B31026A602D}" dt="2026-04-04T09:55:25.444" v="740" actId="14100"/>
          <ac:picMkLst>
            <pc:docMk/>
            <pc:sldMk cId="2972483051" sldId="287"/>
            <ac:picMk id="12" creationId="{8F186CAD-B490-9F53-957F-55A3DAF97E3C}"/>
          </ac:picMkLst>
        </pc:picChg>
      </pc:sldChg>
      <pc:sldChg chg="addSp delSp modSp mod">
        <pc:chgData name="kusuma tanuku" userId="2df8c705b415d193" providerId="LiveId" clId="{CA0DFD3F-AD1C-4D29-9DDF-4B31026A602D}" dt="2026-04-04T10:28:35.293" v="1151" actId="20577"/>
        <pc:sldMkLst>
          <pc:docMk/>
          <pc:sldMk cId="4049249143" sldId="288"/>
        </pc:sldMkLst>
        <pc:spChg chg="mod">
          <ac:chgData name="kusuma tanuku" userId="2df8c705b415d193" providerId="LiveId" clId="{CA0DFD3F-AD1C-4D29-9DDF-4B31026A602D}" dt="2026-04-04T10:28:35.293" v="1151" actId="20577"/>
          <ac:spMkLst>
            <pc:docMk/>
            <pc:sldMk cId="4049249143" sldId="288"/>
            <ac:spMk id="3" creationId="{DFDFF7E8-2D7E-EE44-718C-EFE70C9A2E40}"/>
          </ac:spMkLst>
        </pc:spChg>
        <pc:grpChg chg="mod">
          <ac:chgData name="kusuma tanuku" userId="2df8c705b415d193" providerId="LiveId" clId="{CA0DFD3F-AD1C-4D29-9DDF-4B31026A602D}" dt="2026-04-04T10:02:39.416" v="806" actId="1076"/>
          <ac:grpSpMkLst>
            <pc:docMk/>
            <pc:sldMk cId="4049249143" sldId="288"/>
            <ac:grpSpMk id="5" creationId="{D7B9191B-FE96-8A59-9690-2C061E758CB3}"/>
          </ac:grpSpMkLst>
        </pc:grpChg>
        <pc:picChg chg="del">
          <ac:chgData name="kusuma tanuku" userId="2df8c705b415d193" providerId="LiveId" clId="{CA0DFD3F-AD1C-4D29-9DDF-4B31026A602D}" dt="2026-04-04T10:00:07.500" v="796" actId="478"/>
          <ac:picMkLst>
            <pc:docMk/>
            <pc:sldMk cId="4049249143" sldId="288"/>
            <ac:picMk id="2" creationId="{612F619C-EA83-9E08-39E8-DF32BC213D08}"/>
          </ac:picMkLst>
        </pc:picChg>
        <pc:picChg chg="add mod">
          <ac:chgData name="kusuma tanuku" userId="2df8c705b415d193" providerId="LiveId" clId="{CA0DFD3F-AD1C-4D29-9DDF-4B31026A602D}" dt="2026-04-04T10:00:30.746" v="803" actId="14100"/>
          <ac:picMkLst>
            <pc:docMk/>
            <pc:sldMk cId="4049249143" sldId="288"/>
            <ac:picMk id="4" creationId="{3BCB9976-28B2-9C1D-494D-C366B92B1CBD}"/>
          </ac:picMkLst>
        </pc:picChg>
      </pc:sldChg>
      <pc:sldChg chg="addSp delSp modSp mod">
        <pc:chgData name="kusuma tanuku" userId="2df8c705b415d193" providerId="LiveId" clId="{CA0DFD3F-AD1C-4D29-9DDF-4B31026A602D}" dt="2026-04-04T10:28:13.341" v="1144" actId="20577"/>
        <pc:sldMkLst>
          <pc:docMk/>
          <pc:sldMk cId="359963976" sldId="289"/>
        </pc:sldMkLst>
        <pc:spChg chg="mod">
          <ac:chgData name="kusuma tanuku" userId="2df8c705b415d193" providerId="LiveId" clId="{CA0DFD3F-AD1C-4D29-9DDF-4B31026A602D}" dt="2026-04-04T10:28:13.341" v="1144" actId="20577"/>
          <ac:spMkLst>
            <pc:docMk/>
            <pc:sldMk cId="359963976" sldId="289"/>
            <ac:spMk id="3" creationId="{7E08911D-DB8D-864A-A56A-021103D1465A}"/>
          </ac:spMkLst>
        </pc:spChg>
        <pc:picChg chg="del">
          <ac:chgData name="kusuma tanuku" userId="2df8c705b415d193" providerId="LiveId" clId="{CA0DFD3F-AD1C-4D29-9DDF-4B31026A602D}" dt="2026-04-04T09:58:00.186" v="770" actId="478"/>
          <ac:picMkLst>
            <pc:docMk/>
            <pc:sldMk cId="359963976" sldId="289"/>
            <ac:picMk id="2" creationId="{D12FC7FB-28F6-6A3E-9A2E-993D4C6384A1}"/>
          </ac:picMkLst>
        </pc:picChg>
        <pc:picChg chg="add mod">
          <ac:chgData name="kusuma tanuku" userId="2df8c705b415d193" providerId="LiveId" clId="{CA0DFD3F-AD1C-4D29-9DDF-4B31026A602D}" dt="2026-04-04T09:58:37.559" v="783" actId="14100"/>
          <ac:picMkLst>
            <pc:docMk/>
            <pc:sldMk cId="359963976" sldId="289"/>
            <ac:picMk id="4" creationId="{F934F50B-D481-C419-5000-0D6A29627667}"/>
          </ac:picMkLst>
        </pc:picChg>
      </pc:sldChg>
      <pc:sldChg chg="modSp mod">
        <pc:chgData name="kusuma tanuku" userId="2df8c705b415d193" providerId="LiveId" clId="{CA0DFD3F-AD1C-4D29-9DDF-4B31026A602D}" dt="2026-04-04T10:27:00.828" v="1138" actId="14100"/>
        <pc:sldMkLst>
          <pc:docMk/>
          <pc:sldMk cId="1218789633" sldId="290"/>
        </pc:sldMkLst>
        <pc:spChg chg="mod">
          <ac:chgData name="kusuma tanuku" userId="2df8c705b415d193" providerId="LiveId" clId="{CA0DFD3F-AD1C-4D29-9DDF-4B31026A602D}" dt="2026-04-04T10:27:00.828" v="1138" actId="14100"/>
          <ac:spMkLst>
            <pc:docMk/>
            <pc:sldMk cId="1218789633" sldId="290"/>
            <ac:spMk id="6" creationId="{0E93131E-D2BB-EC5C-2A95-924FDF20D02E}"/>
          </ac:spMkLst>
        </pc:spChg>
      </pc:sldChg>
      <pc:sldChg chg="modSp mod">
        <pc:chgData name="kusuma tanuku" userId="2df8c705b415d193" providerId="LiveId" clId="{CA0DFD3F-AD1C-4D29-9DDF-4B31026A602D}" dt="2026-04-04T10:23:23.771" v="1080" actId="20577"/>
        <pc:sldMkLst>
          <pc:docMk/>
          <pc:sldMk cId="2182020741" sldId="291"/>
        </pc:sldMkLst>
        <pc:spChg chg="mod">
          <ac:chgData name="kusuma tanuku" userId="2df8c705b415d193" providerId="LiveId" clId="{CA0DFD3F-AD1C-4D29-9DDF-4B31026A602D}" dt="2026-04-04T10:23:23.771" v="1080" actId="20577"/>
          <ac:spMkLst>
            <pc:docMk/>
            <pc:sldMk cId="2182020741" sldId="291"/>
            <ac:spMk id="6" creationId="{25376381-AD7A-228D-6305-1256490B7F5E}"/>
          </ac:spMkLst>
        </pc:spChg>
      </pc:sldChg>
      <pc:sldChg chg="new del">
        <pc:chgData name="kusuma tanuku" userId="2df8c705b415d193" providerId="LiveId" clId="{CA0DFD3F-AD1C-4D29-9DDF-4B31026A602D}" dt="2026-04-04T10:02:40.572" v="807" actId="680"/>
        <pc:sldMkLst>
          <pc:docMk/>
          <pc:sldMk cId="2365913184" sldId="292"/>
        </pc:sldMkLst>
      </pc:sldChg>
      <pc:sldChg chg="addSp delSp modSp new mod">
        <pc:chgData name="kusuma tanuku" userId="2df8c705b415d193" providerId="LiveId" clId="{CA0DFD3F-AD1C-4D29-9DDF-4B31026A602D}" dt="2026-04-04T10:09:13.953" v="918" actId="14100"/>
        <pc:sldMkLst>
          <pc:docMk/>
          <pc:sldMk cId="3861404630" sldId="292"/>
        </pc:sldMkLst>
        <pc:spChg chg="del mod">
          <ac:chgData name="kusuma tanuku" userId="2df8c705b415d193" providerId="LiveId" clId="{CA0DFD3F-AD1C-4D29-9DDF-4B31026A602D}" dt="2026-04-04T10:05:51.842" v="865" actId="478"/>
          <ac:spMkLst>
            <pc:docMk/>
            <pc:sldMk cId="3861404630" sldId="292"/>
            <ac:spMk id="2" creationId="{FACDD240-E996-6B33-1B9F-FC3C25F0EBC0}"/>
          </ac:spMkLst>
        </pc:spChg>
        <pc:spChg chg="mod">
          <ac:chgData name="kusuma tanuku" userId="2df8c705b415d193" providerId="LiveId" clId="{CA0DFD3F-AD1C-4D29-9DDF-4B31026A602D}" dt="2026-04-04T10:03:24.544" v="817" actId="1076"/>
          <ac:spMkLst>
            <pc:docMk/>
            <pc:sldMk cId="3861404630" sldId="292"/>
            <ac:spMk id="7" creationId="{0FB4B367-0207-C41A-DFD3-D5519403DCCC}"/>
          </ac:spMkLst>
        </pc:spChg>
        <pc:spChg chg="mod">
          <ac:chgData name="kusuma tanuku" userId="2df8c705b415d193" providerId="LiveId" clId="{CA0DFD3F-AD1C-4D29-9DDF-4B31026A602D}" dt="2026-04-04T10:05:26.011" v="861"/>
          <ac:spMkLst>
            <pc:docMk/>
            <pc:sldMk cId="3861404630" sldId="292"/>
            <ac:spMk id="12" creationId="{F5960933-C39C-ABA7-1B36-6ADA9D331A5D}"/>
          </ac:spMkLst>
        </pc:spChg>
        <pc:spChg chg="add mod">
          <ac:chgData name="kusuma tanuku" userId="2df8c705b415d193" providerId="LiveId" clId="{CA0DFD3F-AD1C-4D29-9DDF-4B31026A602D}" dt="2026-04-04T10:07:09.592" v="898" actId="14100"/>
          <ac:spMkLst>
            <pc:docMk/>
            <pc:sldMk cId="3861404630" sldId="292"/>
            <ac:spMk id="14" creationId="{1C22B1F3-AC81-8B4A-898A-FE41746DDF80}"/>
          </ac:spMkLst>
        </pc:spChg>
        <pc:spChg chg="add mod">
          <ac:chgData name="kusuma tanuku" userId="2df8c705b415d193" providerId="LiveId" clId="{CA0DFD3F-AD1C-4D29-9DDF-4B31026A602D}" dt="2026-04-04T10:08:31.381" v="908" actId="14100"/>
          <ac:spMkLst>
            <pc:docMk/>
            <pc:sldMk cId="3861404630" sldId="292"/>
            <ac:spMk id="17" creationId="{D99C8629-CBC7-C1B0-BCF3-D4E1939E2804}"/>
          </ac:spMkLst>
        </pc:spChg>
        <pc:grpChg chg="add mod">
          <ac:chgData name="kusuma tanuku" userId="2df8c705b415d193" providerId="LiveId" clId="{CA0DFD3F-AD1C-4D29-9DDF-4B31026A602D}" dt="2026-04-04T10:03:07.168" v="809"/>
          <ac:grpSpMkLst>
            <pc:docMk/>
            <pc:sldMk cId="3861404630" sldId="292"/>
            <ac:grpSpMk id="3" creationId="{13B5E980-710F-DD81-2D87-1F491809220F}"/>
          </ac:grpSpMkLst>
        </pc:grpChg>
        <pc:grpChg chg="add mod">
          <ac:chgData name="kusuma tanuku" userId="2df8c705b415d193" providerId="LiveId" clId="{CA0DFD3F-AD1C-4D29-9DDF-4B31026A602D}" dt="2026-04-04T10:05:33.542" v="863" actId="1076"/>
          <ac:grpSpMkLst>
            <pc:docMk/>
            <pc:sldMk cId="3861404630" sldId="292"/>
            <ac:grpSpMk id="8" creationId="{8765DCEB-C15C-BA6C-2446-0CED7B9C67DB}"/>
          </ac:grpSpMkLst>
        </pc:grpChg>
        <pc:picChg chg="mod">
          <ac:chgData name="kusuma tanuku" userId="2df8c705b415d193" providerId="LiveId" clId="{CA0DFD3F-AD1C-4D29-9DDF-4B31026A602D}" dt="2026-04-04T10:03:07.168" v="809"/>
          <ac:picMkLst>
            <pc:docMk/>
            <pc:sldMk cId="3861404630" sldId="292"/>
            <ac:picMk id="4" creationId="{133D38A5-48F4-0B87-1E6B-3DF90F04A07E}"/>
          </ac:picMkLst>
        </pc:picChg>
        <pc:picChg chg="mod">
          <ac:chgData name="kusuma tanuku" userId="2df8c705b415d193" providerId="LiveId" clId="{CA0DFD3F-AD1C-4D29-9DDF-4B31026A602D}" dt="2026-04-04T10:03:31.580" v="821" actId="1076"/>
          <ac:picMkLst>
            <pc:docMk/>
            <pc:sldMk cId="3861404630" sldId="292"/>
            <ac:picMk id="5" creationId="{B9D1560C-EE04-EC33-E65F-590AB327C285}"/>
          </ac:picMkLst>
        </pc:picChg>
        <pc:picChg chg="mod">
          <ac:chgData name="kusuma tanuku" userId="2df8c705b415d193" providerId="LiveId" clId="{CA0DFD3F-AD1C-4D29-9DDF-4B31026A602D}" dt="2026-04-04T10:03:23.785" v="816" actId="1076"/>
          <ac:picMkLst>
            <pc:docMk/>
            <pc:sldMk cId="3861404630" sldId="292"/>
            <ac:picMk id="6" creationId="{12A28EB4-633C-B690-FEB5-DDD9B793CD15}"/>
          </ac:picMkLst>
        </pc:picChg>
        <pc:picChg chg="mod">
          <ac:chgData name="kusuma tanuku" userId="2df8c705b415d193" providerId="LiveId" clId="{CA0DFD3F-AD1C-4D29-9DDF-4B31026A602D}" dt="2026-04-04T10:05:26.011" v="861"/>
          <ac:picMkLst>
            <pc:docMk/>
            <pc:sldMk cId="3861404630" sldId="292"/>
            <ac:picMk id="9" creationId="{665E5049-9CD1-C6E1-32C0-3281D9B7FAFA}"/>
          </ac:picMkLst>
        </pc:picChg>
        <pc:picChg chg="mod">
          <ac:chgData name="kusuma tanuku" userId="2df8c705b415d193" providerId="LiveId" clId="{CA0DFD3F-AD1C-4D29-9DDF-4B31026A602D}" dt="2026-04-04T10:05:26.011" v="861"/>
          <ac:picMkLst>
            <pc:docMk/>
            <pc:sldMk cId="3861404630" sldId="292"/>
            <ac:picMk id="10" creationId="{4DADE6B4-51C0-496B-7873-D84C53583F74}"/>
          </ac:picMkLst>
        </pc:picChg>
        <pc:picChg chg="mod">
          <ac:chgData name="kusuma tanuku" userId="2df8c705b415d193" providerId="LiveId" clId="{CA0DFD3F-AD1C-4D29-9DDF-4B31026A602D}" dt="2026-04-04T10:05:26.011" v="861"/>
          <ac:picMkLst>
            <pc:docMk/>
            <pc:sldMk cId="3861404630" sldId="292"/>
            <ac:picMk id="11" creationId="{2FC3AA35-C9AF-AF73-0750-B26995E789A1}"/>
          </ac:picMkLst>
        </pc:picChg>
        <pc:picChg chg="add mod">
          <ac:chgData name="kusuma tanuku" userId="2df8c705b415d193" providerId="LiveId" clId="{CA0DFD3F-AD1C-4D29-9DDF-4B31026A602D}" dt="2026-04-04T10:07:23.836" v="899"/>
          <ac:picMkLst>
            <pc:docMk/>
            <pc:sldMk cId="3861404630" sldId="292"/>
            <ac:picMk id="15" creationId="{FA2F1C8E-314B-7684-3FE7-EC22EA8781D4}"/>
          </ac:picMkLst>
        </pc:picChg>
        <pc:picChg chg="add mod">
          <ac:chgData name="kusuma tanuku" userId="2df8c705b415d193" providerId="LiveId" clId="{CA0DFD3F-AD1C-4D29-9DDF-4B31026A602D}" dt="2026-04-04T10:09:13.953" v="918" actId="14100"/>
          <ac:picMkLst>
            <pc:docMk/>
            <pc:sldMk cId="3861404630" sldId="292"/>
            <ac:picMk id="18" creationId="{2A1608CF-FDC4-E7E7-4DFE-A395DAB104FF}"/>
          </ac:picMkLst>
        </pc:picChg>
      </pc:sldChg>
      <pc:sldChg chg="addSp modSp new del mod">
        <pc:chgData name="kusuma tanuku" userId="2df8c705b415d193" providerId="LiveId" clId="{CA0DFD3F-AD1C-4D29-9DDF-4B31026A602D}" dt="2026-04-04T10:13:06.922" v="990" actId="680"/>
        <pc:sldMkLst>
          <pc:docMk/>
          <pc:sldMk cId="448698599" sldId="293"/>
        </pc:sldMkLst>
        <pc:spChg chg="mod">
          <ac:chgData name="kusuma tanuku" userId="2df8c705b415d193" providerId="LiveId" clId="{CA0DFD3F-AD1C-4D29-9DDF-4B31026A602D}" dt="2026-04-04T10:12:32.625" v="984" actId="1076"/>
          <ac:spMkLst>
            <pc:docMk/>
            <pc:sldMk cId="448698599" sldId="293"/>
            <ac:spMk id="2" creationId="{A343EACE-A6FC-8108-B8BE-955FBE95994B}"/>
          </ac:spMkLst>
        </pc:spChg>
        <pc:spChg chg="mod">
          <ac:chgData name="kusuma tanuku" userId="2df8c705b415d193" providerId="LiveId" clId="{CA0DFD3F-AD1C-4D29-9DDF-4B31026A602D}" dt="2026-04-04T10:11:17.612" v="927"/>
          <ac:spMkLst>
            <pc:docMk/>
            <pc:sldMk cId="448698599" sldId="293"/>
            <ac:spMk id="7" creationId="{9F47251D-5237-5133-E87C-817C651938B1}"/>
          </ac:spMkLst>
        </pc:spChg>
        <pc:spChg chg="mod">
          <ac:chgData name="kusuma tanuku" userId="2df8c705b415d193" providerId="LiveId" clId="{CA0DFD3F-AD1C-4D29-9DDF-4B31026A602D}" dt="2026-04-04T10:12:46.215" v="985"/>
          <ac:spMkLst>
            <pc:docMk/>
            <pc:sldMk cId="448698599" sldId="293"/>
            <ac:spMk id="12" creationId="{1BEE2D30-D722-3F8E-F977-8DF79337760A}"/>
          </ac:spMkLst>
        </pc:spChg>
        <pc:grpChg chg="add mod">
          <ac:chgData name="kusuma tanuku" userId="2df8c705b415d193" providerId="LiveId" clId="{CA0DFD3F-AD1C-4D29-9DDF-4B31026A602D}" dt="2026-04-04T10:11:17.612" v="927"/>
          <ac:grpSpMkLst>
            <pc:docMk/>
            <pc:sldMk cId="448698599" sldId="293"/>
            <ac:grpSpMk id="3" creationId="{069F811E-140E-985E-8069-476AFEABBD78}"/>
          </ac:grpSpMkLst>
        </pc:grpChg>
        <pc:grpChg chg="add mod">
          <ac:chgData name="kusuma tanuku" userId="2df8c705b415d193" providerId="LiveId" clId="{CA0DFD3F-AD1C-4D29-9DDF-4B31026A602D}" dt="2026-04-04T10:12:46.215" v="985"/>
          <ac:grpSpMkLst>
            <pc:docMk/>
            <pc:sldMk cId="448698599" sldId="293"/>
            <ac:grpSpMk id="8" creationId="{ADF62934-9437-45B1-2A09-0A276C9FCBF7}"/>
          </ac:grpSpMkLst>
        </pc:grpChg>
        <pc:picChg chg="mod">
          <ac:chgData name="kusuma tanuku" userId="2df8c705b415d193" providerId="LiveId" clId="{CA0DFD3F-AD1C-4D29-9DDF-4B31026A602D}" dt="2026-04-04T10:11:17.612" v="927"/>
          <ac:picMkLst>
            <pc:docMk/>
            <pc:sldMk cId="448698599" sldId="293"/>
            <ac:picMk id="4" creationId="{92846C8F-6134-D66D-255F-E4CE03FB69C3}"/>
          </ac:picMkLst>
        </pc:picChg>
        <pc:picChg chg="mod">
          <ac:chgData name="kusuma tanuku" userId="2df8c705b415d193" providerId="LiveId" clId="{CA0DFD3F-AD1C-4D29-9DDF-4B31026A602D}" dt="2026-04-04T10:11:17.612" v="927"/>
          <ac:picMkLst>
            <pc:docMk/>
            <pc:sldMk cId="448698599" sldId="293"/>
            <ac:picMk id="5" creationId="{4C42893D-C9A1-885E-87F5-3980B049863C}"/>
          </ac:picMkLst>
        </pc:picChg>
        <pc:picChg chg="mod">
          <ac:chgData name="kusuma tanuku" userId="2df8c705b415d193" providerId="LiveId" clId="{CA0DFD3F-AD1C-4D29-9DDF-4B31026A602D}" dt="2026-04-04T10:11:17.612" v="927"/>
          <ac:picMkLst>
            <pc:docMk/>
            <pc:sldMk cId="448698599" sldId="293"/>
            <ac:picMk id="6" creationId="{0988C418-F32F-86B5-F9B0-F1941D7935EF}"/>
          </ac:picMkLst>
        </pc:picChg>
        <pc:picChg chg="mod">
          <ac:chgData name="kusuma tanuku" userId="2df8c705b415d193" providerId="LiveId" clId="{CA0DFD3F-AD1C-4D29-9DDF-4B31026A602D}" dt="2026-04-04T10:12:46.215" v="985"/>
          <ac:picMkLst>
            <pc:docMk/>
            <pc:sldMk cId="448698599" sldId="293"/>
            <ac:picMk id="9" creationId="{7DF7737B-7EC8-25AB-187A-993CDA32CD8B}"/>
          </ac:picMkLst>
        </pc:picChg>
        <pc:picChg chg="mod">
          <ac:chgData name="kusuma tanuku" userId="2df8c705b415d193" providerId="LiveId" clId="{CA0DFD3F-AD1C-4D29-9DDF-4B31026A602D}" dt="2026-04-04T10:13:04.911" v="989" actId="1076"/>
          <ac:picMkLst>
            <pc:docMk/>
            <pc:sldMk cId="448698599" sldId="293"/>
            <ac:picMk id="10" creationId="{4AD810F7-AEB8-EE83-B657-75F0AE6D578A}"/>
          </ac:picMkLst>
        </pc:picChg>
        <pc:picChg chg="mod">
          <ac:chgData name="kusuma tanuku" userId="2df8c705b415d193" providerId="LiveId" clId="{CA0DFD3F-AD1C-4D29-9DDF-4B31026A602D}" dt="2026-04-04T10:12:46.215" v="985"/>
          <ac:picMkLst>
            <pc:docMk/>
            <pc:sldMk cId="448698599" sldId="293"/>
            <ac:picMk id="11" creationId="{9AB58155-7277-018B-C4F9-B1BDFBEE8EF9}"/>
          </ac:picMkLst>
        </pc:picChg>
      </pc:sldChg>
      <pc:sldChg chg="addSp delSp modSp new del mod">
        <pc:chgData name="kusuma tanuku" userId="2df8c705b415d193" providerId="LiveId" clId="{CA0DFD3F-AD1C-4D29-9DDF-4B31026A602D}" dt="2026-04-04T10:10:46.719" v="924" actId="680"/>
        <pc:sldMkLst>
          <pc:docMk/>
          <pc:sldMk cId="2307075624" sldId="293"/>
        </pc:sldMkLst>
        <pc:spChg chg="add del mod">
          <ac:chgData name="kusuma tanuku" userId="2df8c705b415d193" providerId="LiveId" clId="{CA0DFD3F-AD1C-4D29-9DDF-4B31026A602D}" dt="2026-04-04T10:10:45.820" v="923" actId="22"/>
          <ac:spMkLst>
            <pc:docMk/>
            <pc:sldMk cId="2307075624" sldId="293"/>
            <ac:spMk id="3" creationId="{CAFF56BC-6C13-E1EA-0E57-536429DB6102}"/>
          </ac:spMkLst>
        </pc:spChg>
      </pc:sldChg>
      <pc:sldChg chg="addSp delSp modSp new del mod">
        <pc:chgData name="kusuma tanuku" userId="2df8c705b415d193" providerId="LiveId" clId="{CA0DFD3F-AD1C-4D29-9DDF-4B31026A602D}" dt="2026-04-04T10:16:55.628" v="1011" actId="47"/>
        <pc:sldMkLst>
          <pc:docMk/>
          <pc:sldMk cId="3487313476" sldId="293"/>
        </pc:sldMkLst>
        <pc:spChg chg="add del mod">
          <ac:chgData name="kusuma tanuku" userId="2df8c705b415d193" providerId="LiveId" clId="{CA0DFD3F-AD1C-4D29-9DDF-4B31026A602D}" dt="2026-04-04T10:16:18.464" v="1009" actId="1076"/>
          <ac:spMkLst>
            <pc:docMk/>
            <pc:sldMk cId="3487313476" sldId="293"/>
            <ac:spMk id="2" creationId="{FA2EC489-C468-386C-9DC8-7B6D329E796F}"/>
          </ac:spMkLst>
        </pc:spChg>
        <pc:spChg chg="mod">
          <ac:chgData name="kusuma tanuku" userId="2df8c705b415d193" providerId="LiveId" clId="{CA0DFD3F-AD1C-4D29-9DDF-4B31026A602D}" dt="2026-04-04T10:16:15.863" v="1007" actId="1076"/>
          <ac:spMkLst>
            <pc:docMk/>
            <pc:sldMk cId="3487313476" sldId="293"/>
            <ac:spMk id="7" creationId="{948F0107-C37F-8FBA-5B3D-9F7856408F45}"/>
          </ac:spMkLst>
        </pc:spChg>
        <pc:spChg chg="add del">
          <ac:chgData name="kusuma tanuku" userId="2df8c705b415d193" providerId="LiveId" clId="{CA0DFD3F-AD1C-4D29-9DDF-4B31026A602D}" dt="2026-04-04T10:15:41.443" v="998" actId="22"/>
          <ac:spMkLst>
            <pc:docMk/>
            <pc:sldMk cId="3487313476" sldId="293"/>
            <ac:spMk id="9" creationId="{51DCAE39-199E-521F-25A0-1000EFF110DD}"/>
          </ac:spMkLst>
        </pc:spChg>
        <pc:grpChg chg="add mod">
          <ac:chgData name="kusuma tanuku" userId="2df8c705b415d193" providerId="LiveId" clId="{CA0DFD3F-AD1C-4D29-9DDF-4B31026A602D}" dt="2026-04-04T10:16:16.562" v="1008" actId="1076"/>
          <ac:grpSpMkLst>
            <pc:docMk/>
            <pc:sldMk cId="3487313476" sldId="293"/>
            <ac:grpSpMk id="3" creationId="{2DA34A1C-B669-E849-45B4-6908CBB6E7E0}"/>
          </ac:grpSpMkLst>
        </pc:grpChg>
        <pc:picChg chg="mod">
          <ac:chgData name="kusuma tanuku" userId="2df8c705b415d193" providerId="LiveId" clId="{CA0DFD3F-AD1C-4D29-9DDF-4B31026A602D}" dt="2026-04-04T10:14:32.378" v="992"/>
          <ac:picMkLst>
            <pc:docMk/>
            <pc:sldMk cId="3487313476" sldId="293"/>
            <ac:picMk id="4" creationId="{71C8785F-238B-90DF-7BFE-AF178FC1ABEC}"/>
          </ac:picMkLst>
        </pc:picChg>
        <pc:picChg chg="mod">
          <ac:chgData name="kusuma tanuku" userId="2df8c705b415d193" providerId="LiveId" clId="{CA0DFD3F-AD1C-4D29-9DDF-4B31026A602D}" dt="2026-04-04T10:14:32.378" v="992"/>
          <ac:picMkLst>
            <pc:docMk/>
            <pc:sldMk cId="3487313476" sldId="293"/>
            <ac:picMk id="5" creationId="{CE55A4CE-19F7-1BEC-C555-9D78828204E4}"/>
          </ac:picMkLst>
        </pc:picChg>
        <pc:picChg chg="mod">
          <ac:chgData name="kusuma tanuku" userId="2df8c705b415d193" providerId="LiveId" clId="{CA0DFD3F-AD1C-4D29-9DDF-4B31026A602D}" dt="2026-04-04T10:14:32.378" v="992"/>
          <ac:picMkLst>
            <pc:docMk/>
            <pc:sldMk cId="3487313476" sldId="293"/>
            <ac:picMk id="6" creationId="{065FFA09-88C9-C375-EFA3-5499EFF0A7F8}"/>
          </ac:picMkLst>
        </pc:picChg>
      </pc:sldChg>
      <pc:sldChg chg="addSp delSp modSp add mod">
        <pc:chgData name="kusuma tanuku" userId="2df8c705b415d193" providerId="LiveId" clId="{CA0DFD3F-AD1C-4D29-9DDF-4B31026A602D}" dt="2026-04-04T10:30:14.889" v="1222" actId="20577"/>
        <pc:sldMkLst>
          <pc:docMk/>
          <pc:sldMk cId="1766176414" sldId="294"/>
        </pc:sldMkLst>
        <pc:spChg chg="mod">
          <ac:chgData name="kusuma tanuku" userId="2df8c705b415d193" providerId="LiveId" clId="{CA0DFD3F-AD1C-4D29-9DDF-4B31026A602D}" dt="2026-04-04T10:30:14.889" v="1222" actId="20577"/>
          <ac:spMkLst>
            <pc:docMk/>
            <pc:sldMk cId="1766176414" sldId="294"/>
            <ac:spMk id="17" creationId="{7A8B8637-1643-936C-3B00-BA30905E43DB}"/>
          </ac:spMkLst>
        </pc:spChg>
        <pc:picChg chg="add mod">
          <ac:chgData name="kusuma tanuku" userId="2df8c705b415d193" providerId="LiveId" clId="{CA0DFD3F-AD1C-4D29-9DDF-4B31026A602D}" dt="2026-04-04T10:17:48.193" v="1021" actId="14100"/>
          <ac:picMkLst>
            <pc:docMk/>
            <pc:sldMk cId="1766176414" sldId="294"/>
            <ac:picMk id="2" creationId="{7814BFDD-9A07-DDF7-99AB-AEC03DE828E4}"/>
          </ac:picMkLst>
        </pc:picChg>
        <pc:picChg chg="del">
          <ac:chgData name="kusuma tanuku" userId="2df8c705b415d193" providerId="LiveId" clId="{CA0DFD3F-AD1C-4D29-9DDF-4B31026A602D}" dt="2026-04-04T10:17:24.346" v="1015" actId="478"/>
          <ac:picMkLst>
            <pc:docMk/>
            <pc:sldMk cId="1766176414" sldId="294"/>
            <ac:picMk id="18" creationId="{49EF1173-E4FE-91D6-DC78-57AED0623C1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04-04-2026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5139-1AFF-D3A0-DDED-EC44904EB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CAA4A-8CBD-6631-C71D-AC4F63D9D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0C2C8-43BC-835F-52A1-5BF2FAEB5E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BC6ACFE-808B-4C46-05B5-18378E07F9DF}"/>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109885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4/4/2026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ev.mysql.com/doc/"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dirty="0"/>
              <a:t>Employee 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N Ramya (24B11CS308)</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T Kusuma (24B11CS435)</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Gowtham (25B21CS074)</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Hemanth (25B21CS016)</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Computer Science And Engineering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534030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The</a:t>
            </a:r>
            <a:r>
              <a:rPr lang="en-US" sz="2400" dirty="0">
                <a:latin typeface="Times New Roman" panose="02020603050405020304" pitchFamily="18" charset="0"/>
                <a:cs typeface="Times New Roman" panose="02020603050405020304" pitchFamily="18" charset="0"/>
              </a:rPr>
              <a:t> Employee Leave Management System (ELMS) is a Java-based application designed to efficiently manage employee leave records within an organization</a:t>
            </a:r>
            <a:r>
              <a:rPr lang="en-US" sz="2200" dirty="0"/>
              <a:t>.</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provides functionalities such as applying for leave, approving or rejecting leave requests, tracking leave balances, and viewing leave history, thereby reducing manual effort and paperwork</a:t>
            </a:r>
            <a:r>
              <a:rPr lang="en-US" sz="2200" dirty="0"/>
              <a:t>.</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ELMS improve accuracy, transparency, and accessibility of leave-related data by using a structured and centralized approach</a:t>
            </a:r>
            <a:r>
              <a:rPr lang="en-US" sz="2400" dirty="0"/>
              <a:t>.</a:t>
            </a:r>
            <a:endParaRPr lang="en-US"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a:t>
            </a:r>
            <a:r>
              <a:rPr lang="en-US" sz="2400" dirty="0"/>
              <a:t> </a:t>
            </a:r>
            <a:r>
              <a:rPr lang="en-US" sz="2200" dirty="0">
                <a:latin typeface="Times New Roman" panose="02020603050405020304" pitchFamily="18" charset="0"/>
                <a:cs typeface="Times New Roman" panose="02020603050405020304" pitchFamily="18" charset="0"/>
              </a:rPr>
              <a:t>application will be developed using core Java concepts and database connectivity for secure and persistent data storage..</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561769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Employee Leave Management System (ELMS) is a software application developed to automate and manage the leave process of employees in an organization. In traditional systems, leave management is handled manually, which often leads to errors, data loss, and delays in processing requests. ELMS overcomes these issues by providing a digital and systematic approach.</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allows employees to apply for leave, check their leave balance, and view their leave history. At the same time, administrators or managers can review leave requests and approve or reject them efficiently. This ensures proper communication and transparency between employees and management.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22610"/>
            <a:ext cx="8534400" cy="5792420"/>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allows employees to apply for leave by entering details such as leave type, start date, end date, and reason.</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provides functionality for managers or administrators to approve or reject leave requests with appropriate remarks.</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maintains and updates employee leave balances automatically after each approved leave.</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Employees can view their leave status and leave history at any time.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Authorized users can manage employee details and monitor all leave records efficiently.</a:t>
            </a:r>
          </a:p>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supports searching leave records using Employee ID or Name.</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 Eclipse / IntelliJ IDEA</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MySQL / SQLite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459209" y="1538820"/>
            <a:ext cx="9475671" cy="6170920"/>
          </a:xfrm>
          <a:prstGeom prst="rect">
            <a:avLst/>
          </a:prstGeom>
          <a:noFill/>
        </p:spPr>
        <p:txBody>
          <a:bodyPr wrap="square" rtlCol="0">
            <a:spAutoFit/>
          </a:bodyPr>
          <a:lstStyle/>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uses a relational database to store employee and leave information.</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consists of  main tables:</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Employee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Leave type table </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Leave request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Leave approval Table</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design helps in reducing data redundancy and improving data organization.</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Each employee is linked to a department using a foreign key relationship.</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database ensures data integrity using primary keys and constraints. </a:t>
            </a:r>
          </a:p>
          <a:p>
            <a:endParaRPr lang="en-IN" dirty="0"/>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533400" y="2005523"/>
            <a:ext cx="8366948" cy="646331"/>
          </a:xfrm>
          <a:prstGeom prst="rect">
            <a:avLst/>
          </a:prstGeom>
          <a:noFill/>
        </p:spPr>
        <p:txBody>
          <a:bodyPr wrap="square">
            <a:spAutoFit/>
          </a:bodyPr>
          <a:lstStyle/>
          <a:p>
            <a:r>
              <a:rPr lang="en-IN" b="1" dirty="0"/>
              <a:t>Employee Table :</a:t>
            </a:r>
          </a:p>
          <a:p>
            <a:r>
              <a:rPr lang="en-US" dirty="0"/>
              <a:t>			Stores department details (emp </a:t>
            </a:r>
            <a:r>
              <a:rPr lang="en-US" dirty="0" err="1"/>
              <a:t>id,department</a:t>
            </a:r>
            <a:r>
              <a:rPr lang="en-US" dirty="0"/>
              <a:t> id, </a:t>
            </a:r>
            <a:r>
              <a:rPr lang="en-US" dirty="0" err="1"/>
              <a:t>etc</a:t>
            </a:r>
            <a:r>
              <a:rPr lang="en-US" dirty="0"/>
              <a:t>)</a:t>
            </a:r>
            <a:endParaRPr lang="en-IN" b="1" dirty="0"/>
          </a:p>
        </p:txBody>
      </p:sp>
      <p:graphicFrame>
        <p:nvGraphicFramePr>
          <p:cNvPr id="3" name="Table 2">
            <a:extLst>
              <a:ext uri="{FF2B5EF4-FFF2-40B4-BE49-F238E27FC236}">
                <a16:creationId xmlns:a16="http://schemas.microsoft.com/office/drawing/2014/main" id="{4695DFD2-A2FC-0051-FFFC-8FC3567B4C32}"/>
              </a:ext>
            </a:extLst>
          </p:cNvPr>
          <p:cNvGraphicFramePr>
            <a:graphicFrameLocks noGrp="1"/>
          </p:cNvGraphicFramePr>
          <p:nvPr>
            <p:extLst>
              <p:ext uri="{D42A27DB-BD31-4B8C-83A1-F6EECF244321}">
                <p14:modId xmlns:p14="http://schemas.microsoft.com/office/powerpoint/2010/main" val="3134485813"/>
              </p:ext>
            </p:extLst>
          </p:nvPr>
        </p:nvGraphicFramePr>
        <p:xfrm>
          <a:off x="533400" y="3007008"/>
          <a:ext cx="9036048" cy="3088992"/>
        </p:xfrm>
        <a:graphic>
          <a:graphicData uri="http://schemas.openxmlformats.org/drawingml/2006/table">
            <a:tbl>
              <a:tblPr firstRow="1" firstCol="1" bandRow="1">
                <a:tableStyleId>{5C22544A-7EE6-4342-B048-85BDC9FD1C3A}</a:tableStyleId>
              </a:tblPr>
              <a:tblGrid>
                <a:gridCol w="2259012">
                  <a:extLst>
                    <a:ext uri="{9D8B030D-6E8A-4147-A177-3AD203B41FA5}">
                      <a16:colId xmlns:a16="http://schemas.microsoft.com/office/drawing/2014/main" val="364862511"/>
                    </a:ext>
                  </a:extLst>
                </a:gridCol>
                <a:gridCol w="2259012">
                  <a:extLst>
                    <a:ext uri="{9D8B030D-6E8A-4147-A177-3AD203B41FA5}">
                      <a16:colId xmlns:a16="http://schemas.microsoft.com/office/drawing/2014/main" val="3299920396"/>
                    </a:ext>
                  </a:extLst>
                </a:gridCol>
                <a:gridCol w="2259012">
                  <a:extLst>
                    <a:ext uri="{9D8B030D-6E8A-4147-A177-3AD203B41FA5}">
                      <a16:colId xmlns:a16="http://schemas.microsoft.com/office/drawing/2014/main" val="2230759241"/>
                    </a:ext>
                  </a:extLst>
                </a:gridCol>
                <a:gridCol w="2259012">
                  <a:extLst>
                    <a:ext uri="{9D8B030D-6E8A-4147-A177-3AD203B41FA5}">
                      <a16:colId xmlns:a16="http://schemas.microsoft.com/office/drawing/2014/main" val="2721319484"/>
                    </a:ext>
                  </a:extLst>
                </a:gridCol>
              </a:tblGrid>
              <a:tr h="514832">
                <a:tc>
                  <a:txBody>
                    <a:bodyPr/>
                    <a:lstStyle/>
                    <a:p>
                      <a:pPr>
                        <a:buNone/>
                      </a:pPr>
                      <a:r>
                        <a:rPr lang="en-US" sz="1200">
                          <a:effectLst/>
                        </a:rPr>
                        <a:t>Column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Data Type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Description</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Constraint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4063113814"/>
                  </a:ext>
                </a:extLst>
              </a:tr>
              <a:tr h="514832">
                <a:tc>
                  <a:txBody>
                    <a:bodyPr/>
                    <a:lstStyle/>
                    <a:p>
                      <a:pPr>
                        <a:buNone/>
                      </a:pPr>
                      <a:r>
                        <a:rPr lang="en-US" sz="1200">
                          <a:effectLst/>
                        </a:rPr>
                        <a:t>emp_id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NUMBER</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Unique employee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Primary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3798206357"/>
                  </a:ext>
                </a:extLst>
              </a:tr>
              <a:tr h="514832">
                <a:tc>
                  <a:txBody>
                    <a:bodyPr/>
                    <a:lstStyle/>
                    <a:p>
                      <a:pPr>
                        <a:buNone/>
                      </a:pPr>
                      <a:r>
                        <a:rPr lang="en-US" sz="1200">
                          <a:effectLst/>
                        </a:rPr>
                        <a:t>emp_name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VARCHAR2(100)</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Employee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350923396"/>
                  </a:ext>
                </a:extLst>
              </a:tr>
              <a:tr h="514832">
                <a:tc>
                  <a:txBody>
                    <a:bodyPr/>
                    <a:lstStyle/>
                    <a:p>
                      <a:pPr>
                        <a:buNone/>
                      </a:pPr>
                      <a:r>
                        <a:rPr lang="en-US" sz="1200">
                          <a:effectLst/>
                        </a:rPr>
                        <a:t>dept_id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Department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929619569"/>
                  </a:ext>
                </a:extLst>
              </a:tr>
              <a:tr h="514832">
                <a:tc>
                  <a:txBody>
                    <a:bodyPr/>
                    <a:lstStyle/>
                    <a:p>
                      <a:pPr>
                        <a:buNone/>
                      </a:pPr>
                      <a:r>
                        <a:rPr lang="en-US" sz="1200">
                          <a:effectLst/>
                        </a:rPr>
                        <a:t>manager_id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Reporting manager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368120012"/>
                  </a:ext>
                </a:extLst>
              </a:tr>
              <a:tr h="514832">
                <a:tc>
                  <a:txBody>
                    <a:bodyPr/>
                    <a:lstStyle/>
                    <a:p>
                      <a:pPr>
                        <a:buNone/>
                      </a:pPr>
                      <a:r>
                        <a:rPr lang="en-US" sz="1200">
                          <a:effectLst/>
                        </a:rPr>
                        <a:t>leave_balance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Available leave 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759871032"/>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533400" y="2005523"/>
            <a:ext cx="8366948" cy="646331"/>
          </a:xfrm>
          <a:prstGeom prst="rect">
            <a:avLst/>
          </a:prstGeom>
          <a:noFill/>
        </p:spPr>
        <p:txBody>
          <a:bodyPr wrap="square">
            <a:spAutoFit/>
          </a:bodyPr>
          <a:lstStyle/>
          <a:p>
            <a:r>
              <a:rPr lang="en-IN" b="1" dirty="0"/>
              <a:t>Leave Type</a:t>
            </a:r>
            <a:r>
              <a:rPr lang="en-IN" dirty="0"/>
              <a:t> </a:t>
            </a:r>
            <a:r>
              <a:rPr lang="en-IN" b="1" dirty="0"/>
              <a:t>Table :</a:t>
            </a:r>
          </a:p>
          <a:p>
            <a:r>
              <a:rPr lang="en-US" dirty="0"/>
              <a:t>	</a:t>
            </a:r>
            <a:r>
              <a:rPr lang="en-IN" dirty="0"/>
              <a:t>Stores employee roles (leave type, max days, etc.)</a:t>
            </a:r>
            <a:endParaRPr lang="en-IN" b="1" dirty="0"/>
          </a:p>
        </p:txBody>
      </p:sp>
      <p:graphicFrame>
        <p:nvGraphicFramePr>
          <p:cNvPr id="3" name="Table 2">
            <a:extLst>
              <a:ext uri="{FF2B5EF4-FFF2-40B4-BE49-F238E27FC236}">
                <a16:creationId xmlns:a16="http://schemas.microsoft.com/office/drawing/2014/main" id="{C5736F5D-22D5-53AA-6860-6FC6ADC017A3}"/>
              </a:ext>
            </a:extLst>
          </p:cNvPr>
          <p:cNvGraphicFramePr>
            <a:graphicFrameLocks noGrp="1"/>
          </p:cNvGraphicFramePr>
          <p:nvPr>
            <p:extLst>
              <p:ext uri="{D42A27DB-BD31-4B8C-83A1-F6EECF244321}">
                <p14:modId xmlns:p14="http://schemas.microsoft.com/office/powerpoint/2010/main" val="3597862606"/>
              </p:ext>
            </p:extLst>
          </p:nvPr>
        </p:nvGraphicFramePr>
        <p:xfrm>
          <a:off x="620713" y="3007008"/>
          <a:ext cx="8948736" cy="3412171"/>
        </p:xfrm>
        <a:graphic>
          <a:graphicData uri="http://schemas.openxmlformats.org/drawingml/2006/table">
            <a:tbl>
              <a:tblPr firstRow="1" firstCol="1" bandRow="1">
                <a:tableStyleId>{5C22544A-7EE6-4342-B048-85BDC9FD1C3A}</a:tableStyleId>
              </a:tblPr>
              <a:tblGrid>
                <a:gridCol w="2237184">
                  <a:extLst>
                    <a:ext uri="{9D8B030D-6E8A-4147-A177-3AD203B41FA5}">
                      <a16:colId xmlns:a16="http://schemas.microsoft.com/office/drawing/2014/main" val="3708756127"/>
                    </a:ext>
                  </a:extLst>
                </a:gridCol>
                <a:gridCol w="2237184">
                  <a:extLst>
                    <a:ext uri="{9D8B030D-6E8A-4147-A177-3AD203B41FA5}">
                      <a16:colId xmlns:a16="http://schemas.microsoft.com/office/drawing/2014/main" val="2663701908"/>
                    </a:ext>
                  </a:extLst>
                </a:gridCol>
                <a:gridCol w="2237184">
                  <a:extLst>
                    <a:ext uri="{9D8B030D-6E8A-4147-A177-3AD203B41FA5}">
                      <a16:colId xmlns:a16="http://schemas.microsoft.com/office/drawing/2014/main" val="3698222978"/>
                    </a:ext>
                  </a:extLst>
                </a:gridCol>
                <a:gridCol w="2237184">
                  <a:extLst>
                    <a:ext uri="{9D8B030D-6E8A-4147-A177-3AD203B41FA5}">
                      <a16:colId xmlns:a16="http://schemas.microsoft.com/office/drawing/2014/main" val="3560065428"/>
                    </a:ext>
                  </a:extLst>
                </a:gridCol>
              </a:tblGrid>
              <a:tr h="521304">
                <a:tc>
                  <a:txBody>
                    <a:bodyPr/>
                    <a:lstStyle/>
                    <a:p>
                      <a:pPr>
                        <a:buNone/>
                      </a:pPr>
                      <a:r>
                        <a:rPr lang="en-US" sz="1200">
                          <a:effectLst/>
                        </a:rPr>
                        <a:t>Column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Data Type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Description</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Constraint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752191029"/>
                  </a:ext>
                </a:extLst>
              </a:tr>
              <a:tr h="521304">
                <a:tc>
                  <a:txBody>
                    <a:bodyPr/>
                    <a:lstStyle/>
                    <a:p>
                      <a:pPr>
                        <a:buNone/>
                      </a:pPr>
                      <a:r>
                        <a:rPr lang="en-US" sz="1200">
                          <a:effectLst/>
                        </a:rPr>
                        <a:t>leave_type_id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Unique leave type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Primary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713201786"/>
                  </a:ext>
                </a:extLst>
              </a:tr>
              <a:tr h="805651">
                <a:tc>
                  <a:txBody>
                    <a:bodyPr/>
                    <a:lstStyle/>
                    <a:p>
                      <a:pPr>
                        <a:buNone/>
                      </a:pPr>
                      <a:r>
                        <a:rPr lang="en-US" sz="1200">
                          <a:effectLst/>
                        </a:rPr>
                        <a:t>type_name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VARCHAR2(50)</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type name (Annual, Sick, Casual)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735153072"/>
                  </a:ext>
                </a:extLst>
              </a:tr>
              <a:tr h="521304">
                <a:tc>
                  <a:txBody>
                    <a:bodyPr/>
                    <a:lstStyle/>
                    <a:p>
                      <a:pPr>
                        <a:buNone/>
                      </a:pPr>
                      <a:r>
                        <a:rPr lang="en-US" sz="1200">
                          <a:effectLst/>
                        </a:rPr>
                        <a:t>max_days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Maximum allowed 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609446480"/>
                  </a:ext>
                </a:extLst>
              </a:tr>
              <a:tr h="521304">
                <a:tc>
                  <a:txBody>
                    <a:bodyPr/>
                    <a:lstStyle/>
                    <a:p>
                      <a:pPr>
                        <a:buNone/>
                      </a:pPr>
                      <a:r>
                        <a:rPr lang="en-US" sz="1200">
                          <a:effectLst/>
                        </a:rPr>
                        <a:t>carry_forward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VARCHAR2(5)</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Can carry forward? (YES/NO)</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816066387"/>
                  </a:ext>
                </a:extLst>
              </a:tr>
              <a:tr h="521304">
                <a:tc>
                  <a:txBody>
                    <a:bodyPr/>
                    <a:lstStyle/>
                    <a:p>
                      <a:pPr>
                        <a:buNone/>
                      </a:pPr>
                      <a:r>
                        <a:rPr lang="en-US" sz="1200">
                          <a:effectLst/>
                        </a:rPr>
                        <a:t> </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 </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 </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 </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654870347"/>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533400" y="2005523"/>
            <a:ext cx="8366948" cy="923330"/>
          </a:xfrm>
          <a:prstGeom prst="rect">
            <a:avLst/>
          </a:prstGeom>
          <a:noFill/>
        </p:spPr>
        <p:txBody>
          <a:bodyPr wrap="square">
            <a:spAutoFit/>
          </a:bodyPr>
          <a:lstStyle/>
          <a:p>
            <a:r>
              <a:rPr lang="en-IN" b="1" dirty="0"/>
              <a:t>Leave Request Table:</a:t>
            </a:r>
          </a:p>
          <a:p>
            <a:r>
              <a:rPr lang="en-IN" b="1" dirty="0"/>
              <a:t>                                       </a:t>
            </a:r>
            <a:r>
              <a:rPr lang="en-IN" dirty="0"/>
              <a:t>stores leave request status (</a:t>
            </a:r>
            <a:r>
              <a:rPr lang="en-IN" dirty="0" err="1"/>
              <a:t>pending,approved,rejected</a:t>
            </a:r>
            <a:r>
              <a:rPr lang="en-IN" dirty="0"/>
              <a:t>)</a:t>
            </a:r>
          </a:p>
          <a:p>
            <a:r>
              <a:rPr lang="en-US" dirty="0"/>
              <a:t>		</a:t>
            </a:r>
            <a:endParaRPr lang="en-IN" b="1" dirty="0"/>
          </a:p>
        </p:txBody>
      </p:sp>
      <p:graphicFrame>
        <p:nvGraphicFramePr>
          <p:cNvPr id="4" name="Table 3">
            <a:extLst>
              <a:ext uri="{FF2B5EF4-FFF2-40B4-BE49-F238E27FC236}">
                <a16:creationId xmlns:a16="http://schemas.microsoft.com/office/drawing/2014/main" id="{855CDA22-F105-E0F6-4DFA-97893DD6F4AA}"/>
              </a:ext>
            </a:extLst>
          </p:cNvPr>
          <p:cNvGraphicFramePr>
            <a:graphicFrameLocks noGrp="1"/>
          </p:cNvGraphicFramePr>
          <p:nvPr>
            <p:extLst>
              <p:ext uri="{D42A27DB-BD31-4B8C-83A1-F6EECF244321}">
                <p14:modId xmlns:p14="http://schemas.microsoft.com/office/powerpoint/2010/main" val="427607405"/>
              </p:ext>
            </p:extLst>
          </p:nvPr>
        </p:nvGraphicFramePr>
        <p:xfrm>
          <a:off x="620713" y="2928852"/>
          <a:ext cx="8948736" cy="4157751"/>
        </p:xfrm>
        <a:graphic>
          <a:graphicData uri="http://schemas.openxmlformats.org/drawingml/2006/table">
            <a:tbl>
              <a:tblPr firstRow="1" firstCol="1" bandRow="1">
                <a:tableStyleId>{5C22544A-7EE6-4342-B048-85BDC9FD1C3A}</a:tableStyleId>
              </a:tblPr>
              <a:tblGrid>
                <a:gridCol w="2237184">
                  <a:extLst>
                    <a:ext uri="{9D8B030D-6E8A-4147-A177-3AD203B41FA5}">
                      <a16:colId xmlns:a16="http://schemas.microsoft.com/office/drawing/2014/main" val="1442280022"/>
                    </a:ext>
                  </a:extLst>
                </a:gridCol>
                <a:gridCol w="2237184">
                  <a:extLst>
                    <a:ext uri="{9D8B030D-6E8A-4147-A177-3AD203B41FA5}">
                      <a16:colId xmlns:a16="http://schemas.microsoft.com/office/drawing/2014/main" val="2396244395"/>
                    </a:ext>
                  </a:extLst>
                </a:gridCol>
                <a:gridCol w="2237184">
                  <a:extLst>
                    <a:ext uri="{9D8B030D-6E8A-4147-A177-3AD203B41FA5}">
                      <a16:colId xmlns:a16="http://schemas.microsoft.com/office/drawing/2014/main" val="2575443055"/>
                    </a:ext>
                  </a:extLst>
                </a:gridCol>
                <a:gridCol w="2237184">
                  <a:extLst>
                    <a:ext uri="{9D8B030D-6E8A-4147-A177-3AD203B41FA5}">
                      <a16:colId xmlns:a16="http://schemas.microsoft.com/office/drawing/2014/main" val="2518138676"/>
                    </a:ext>
                  </a:extLst>
                </a:gridCol>
              </a:tblGrid>
              <a:tr h="435574">
                <a:tc>
                  <a:txBody>
                    <a:bodyPr/>
                    <a:lstStyle/>
                    <a:p>
                      <a:pPr>
                        <a:buNone/>
                      </a:pPr>
                      <a:r>
                        <a:rPr lang="en-US" sz="1200">
                          <a:effectLst/>
                        </a:rPr>
                        <a:t>Column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Data Type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Description</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Constraint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227450448"/>
                  </a:ext>
                </a:extLst>
              </a:tr>
              <a:tr h="435574">
                <a:tc>
                  <a:txBody>
                    <a:bodyPr/>
                    <a:lstStyle/>
                    <a:p>
                      <a:pPr>
                        <a:buNone/>
                      </a:pPr>
                      <a:r>
                        <a:rPr lang="en-US" sz="1200">
                          <a:effectLst/>
                        </a:rPr>
                        <a:t>request_id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Unique request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Primary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630002802"/>
                  </a:ext>
                </a:extLst>
              </a:tr>
              <a:tr h="435574">
                <a:tc>
                  <a:txBody>
                    <a:bodyPr/>
                    <a:lstStyle/>
                    <a:p>
                      <a:pPr>
                        <a:buNone/>
                      </a:pPr>
                      <a:r>
                        <a:rPr lang="en-US" sz="1200">
                          <a:effectLst/>
                        </a:rPr>
                        <a:t>emp_id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NUMBER</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Employee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878796989"/>
                  </a:ext>
                </a:extLst>
              </a:tr>
              <a:tr h="435574">
                <a:tc>
                  <a:txBody>
                    <a:bodyPr/>
                    <a:lstStyle/>
                    <a:p>
                      <a:pPr>
                        <a:buNone/>
                      </a:pPr>
                      <a:r>
                        <a:rPr lang="en-US" sz="1200">
                          <a:effectLst/>
                        </a:rPr>
                        <a:t>leave_type_id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type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3173737500"/>
                  </a:ext>
                </a:extLst>
              </a:tr>
              <a:tr h="435574">
                <a:tc>
                  <a:txBody>
                    <a:bodyPr/>
                    <a:lstStyle/>
                    <a:p>
                      <a:pPr>
                        <a:buNone/>
                      </a:pPr>
                      <a:r>
                        <a:rPr lang="en-US" sz="1200">
                          <a:effectLst/>
                        </a:rPr>
                        <a:t>from_date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start 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227723703"/>
                  </a:ext>
                </a:extLst>
              </a:tr>
              <a:tr h="435574">
                <a:tc>
                  <a:txBody>
                    <a:bodyPr/>
                    <a:lstStyle/>
                    <a:p>
                      <a:pPr>
                        <a:buNone/>
                      </a:pPr>
                      <a:r>
                        <a:rPr lang="en-US" sz="1200">
                          <a:effectLst/>
                        </a:rPr>
                        <a:t>to_date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end 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Not Null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313468342"/>
                  </a:ext>
                </a:extLst>
              </a:tr>
              <a:tr h="435574">
                <a:tc>
                  <a:txBody>
                    <a:bodyPr/>
                    <a:lstStyle/>
                    <a:p>
                      <a:pPr>
                        <a:buNone/>
                      </a:pPr>
                      <a:r>
                        <a:rPr lang="en-US" sz="1200">
                          <a:effectLst/>
                        </a:rPr>
                        <a:t>total_days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Total leave days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379345196"/>
                  </a:ext>
                </a:extLst>
              </a:tr>
              <a:tr h="673159">
                <a:tc>
                  <a:txBody>
                    <a:bodyPr/>
                    <a:lstStyle/>
                    <a:p>
                      <a:pPr>
                        <a:buNone/>
                      </a:pPr>
                      <a:r>
                        <a:rPr lang="en-US" sz="1200">
                          <a:effectLst/>
                        </a:rPr>
                        <a:t>status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VARCHAR2(20)</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Request status (Pending, Approved, Rejected)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717267052"/>
                  </a:ext>
                </a:extLst>
              </a:tr>
              <a:tr h="435574">
                <a:tc>
                  <a:txBody>
                    <a:bodyPr/>
                    <a:lstStyle/>
                    <a:p>
                      <a:pPr>
                        <a:buNone/>
                      </a:pPr>
                      <a:r>
                        <a:rPr lang="en-US" sz="1200">
                          <a:effectLst/>
                        </a:rPr>
                        <a:t>applied_date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Application date</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602825160"/>
                  </a:ext>
                </a:extLst>
              </a:tr>
            </a:tbl>
          </a:graphicData>
        </a:graphic>
      </p:graphicFrame>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DFE6-68D0-626B-CEA5-012AC4CE06D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6AB6B8D9-907C-14D3-FE13-17C6E6CA573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F2F8D3D4-7414-5BC2-228C-E9103C17FB7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960E6045-C32B-45CA-9E5F-2D8B9813510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41BB376-4DAB-084D-64E6-3760EA8F9DD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E4FAF633-2235-2851-C3E8-F177ABCCA2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3F3E476-DF9A-C6ED-BCF5-6782970F311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6F5A8444-086B-9125-6392-B400175A6B5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FE2C5A62-55CB-BE52-28C1-9826A4970DAA}"/>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7F5AECAB-ADA0-137A-8F14-77698E44A825}"/>
              </a:ext>
            </a:extLst>
          </p:cNvPr>
          <p:cNvSpPr txBox="1"/>
          <p:nvPr/>
        </p:nvSpPr>
        <p:spPr>
          <a:xfrm>
            <a:off x="692544" y="1838459"/>
            <a:ext cx="8366948" cy="646331"/>
          </a:xfrm>
          <a:prstGeom prst="rect">
            <a:avLst/>
          </a:prstGeom>
          <a:noFill/>
        </p:spPr>
        <p:txBody>
          <a:bodyPr wrap="square">
            <a:spAutoFit/>
          </a:bodyPr>
          <a:lstStyle/>
          <a:p>
            <a:r>
              <a:rPr lang="en-IN" b="1" dirty="0"/>
              <a:t>Leave approval Table :</a:t>
            </a:r>
          </a:p>
          <a:p>
            <a:r>
              <a:rPr lang="en-US" dirty="0"/>
              <a:t>		Stores whether leave is approved or rejected</a:t>
            </a:r>
            <a:endParaRPr lang="en-IN" b="1" dirty="0"/>
          </a:p>
        </p:txBody>
      </p:sp>
      <p:graphicFrame>
        <p:nvGraphicFramePr>
          <p:cNvPr id="4" name="Table 3">
            <a:extLst>
              <a:ext uri="{FF2B5EF4-FFF2-40B4-BE49-F238E27FC236}">
                <a16:creationId xmlns:a16="http://schemas.microsoft.com/office/drawing/2014/main" id="{008C2421-F150-1FAD-492E-079818D978EE}"/>
              </a:ext>
            </a:extLst>
          </p:cNvPr>
          <p:cNvGraphicFramePr>
            <a:graphicFrameLocks noGrp="1"/>
          </p:cNvGraphicFramePr>
          <p:nvPr>
            <p:extLst>
              <p:ext uri="{D42A27DB-BD31-4B8C-83A1-F6EECF244321}">
                <p14:modId xmlns:p14="http://schemas.microsoft.com/office/powerpoint/2010/main" val="1169678918"/>
              </p:ext>
            </p:extLst>
          </p:nvPr>
        </p:nvGraphicFramePr>
        <p:xfrm>
          <a:off x="620713" y="2819401"/>
          <a:ext cx="8948736" cy="3505201"/>
        </p:xfrm>
        <a:graphic>
          <a:graphicData uri="http://schemas.openxmlformats.org/drawingml/2006/table">
            <a:tbl>
              <a:tblPr firstRow="1" firstCol="1" bandRow="1">
                <a:tableStyleId>{5C22544A-7EE6-4342-B048-85BDC9FD1C3A}</a:tableStyleId>
              </a:tblPr>
              <a:tblGrid>
                <a:gridCol w="2237184">
                  <a:extLst>
                    <a:ext uri="{9D8B030D-6E8A-4147-A177-3AD203B41FA5}">
                      <a16:colId xmlns:a16="http://schemas.microsoft.com/office/drawing/2014/main" val="2675961218"/>
                    </a:ext>
                  </a:extLst>
                </a:gridCol>
                <a:gridCol w="2237184">
                  <a:extLst>
                    <a:ext uri="{9D8B030D-6E8A-4147-A177-3AD203B41FA5}">
                      <a16:colId xmlns:a16="http://schemas.microsoft.com/office/drawing/2014/main" val="3120886258"/>
                    </a:ext>
                  </a:extLst>
                </a:gridCol>
                <a:gridCol w="2237184">
                  <a:extLst>
                    <a:ext uri="{9D8B030D-6E8A-4147-A177-3AD203B41FA5}">
                      <a16:colId xmlns:a16="http://schemas.microsoft.com/office/drawing/2014/main" val="750045734"/>
                    </a:ext>
                  </a:extLst>
                </a:gridCol>
                <a:gridCol w="2237184">
                  <a:extLst>
                    <a:ext uri="{9D8B030D-6E8A-4147-A177-3AD203B41FA5}">
                      <a16:colId xmlns:a16="http://schemas.microsoft.com/office/drawing/2014/main" val="2333803576"/>
                    </a:ext>
                  </a:extLst>
                </a:gridCol>
              </a:tblGrid>
              <a:tr h="500743">
                <a:tc>
                  <a:txBody>
                    <a:bodyPr/>
                    <a:lstStyle/>
                    <a:p>
                      <a:pPr>
                        <a:buNone/>
                      </a:pPr>
                      <a:r>
                        <a:rPr lang="en-US" sz="1200">
                          <a:effectLst/>
                        </a:rPr>
                        <a:t>Column Name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Data Type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Description</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Constraint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767328493"/>
                  </a:ext>
                </a:extLst>
              </a:tr>
              <a:tr h="500743">
                <a:tc>
                  <a:txBody>
                    <a:bodyPr/>
                    <a:lstStyle/>
                    <a:p>
                      <a:pPr>
                        <a:buNone/>
                      </a:pPr>
                      <a:r>
                        <a:rPr lang="en-US" sz="1200">
                          <a:effectLst/>
                        </a:rPr>
                        <a:t>approval_id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Unique approval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Primary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544980258"/>
                  </a:ext>
                </a:extLst>
              </a:tr>
              <a:tr h="500743">
                <a:tc>
                  <a:txBody>
                    <a:bodyPr/>
                    <a:lstStyle/>
                    <a:p>
                      <a:pPr>
                        <a:buNone/>
                      </a:pPr>
                      <a:r>
                        <a:rPr lang="en-US" sz="1200">
                          <a:effectLst/>
                        </a:rPr>
                        <a:t>request_id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Leave request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760625040"/>
                  </a:ext>
                </a:extLst>
              </a:tr>
              <a:tr h="500743">
                <a:tc>
                  <a:txBody>
                    <a:bodyPr/>
                    <a:lstStyle/>
                    <a:p>
                      <a:pPr>
                        <a:buNone/>
                      </a:pPr>
                      <a:r>
                        <a:rPr lang="en-US" sz="1200">
                          <a:effectLst/>
                        </a:rPr>
                        <a:t>manager_id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NUMBER</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Approving manager ID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Foreign Key</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2799586843"/>
                  </a:ext>
                </a:extLst>
              </a:tr>
              <a:tr h="500743">
                <a:tc>
                  <a:txBody>
                    <a:bodyPr/>
                    <a:lstStyle/>
                    <a:p>
                      <a:pPr>
                        <a:buNone/>
                      </a:pPr>
                      <a:r>
                        <a:rPr lang="en-US" sz="1200">
                          <a:effectLst/>
                        </a:rPr>
                        <a:t>approval_date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Date of approval</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3890364472"/>
                  </a:ext>
                </a:extLst>
              </a:tr>
              <a:tr h="500743">
                <a:tc>
                  <a:txBody>
                    <a:bodyPr/>
                    <a:lstStyle/>
                    <a:p>
                      <a:pPr>
                        <a:buNone/>
                      </a:pPr>
                      <a:r>
                        <a:rPr lang="en-US" sz="1200">
                          <a:effectLst/>
                        </a:rPr>
                        <a:t>comments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VARCHAR2(500)</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Approval/Rejection comments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425124894"/>
                  </a:ext>
                </a:extLst>
              </a:tr>
              <a:tr h="500743">
                <a:tc>
                  <a:txBody>
                    <a:bodyPr/>
                    <a:lstStyle/>
                    <a:p>
                      <a:pPr>
                        <a:buNone/>
                      </a:pPr>
                      <a:r>
                        <a:rPr lang="en-US" sz="1200">
                          <a:effectLst/>
                        </a:rPr>
                        <a:t>approval_status</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VARCHAR2(20)</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a:effectLst/>
                        </a:rPr>
                        <a:t>Approved/Rejected</a:t>
                      </a:r>
                      <a:endParaRPr lang="en-IN" sz="110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tc>
                  <a:txBody>
                    <a:bodyPr/>
                    <a:lstStyle/>
                    <a:p>
                      <a:pPr>
                        <a:buNone/>
                      </a:pPr>
                      <a:r>
                        <a:rPr lang="en-US" sz="1200" dirty="0">
                          <a:effectLst/>
                        </a:rPr>
                        <a:t>-</a:t>
                      </a:r>
                      <a:endParaRPr lang="en-IN" sz="1100" dirty="0">
                        <a:effectLst/>
                        <a:latin typeface="Times New Roman" panose="02020603050405020304" pitchFamily="18" charset="0"/>
                        <a:ea typeface="Times New Roman" panose="02020603050405020304" pitchFamily="18" charset="0"/>
                        <a:cs typeface="Gautami" panose="020B0502040204020203" pitchFamily="34" charset="0"/>
                      </a:endParaRPr>
                    </a:p>
                  </a:txBody>
                  <a:tcPr marL="76200" marR="76200" marT="76200" marB="76200" anchor="ctr"/>
                </a:tc>
                <a:extLst>
                  <a:ext uri="{0D108BD9-81ED-4DB2-BD59-A6C34878D82A}">
                    <a16:rowId xmlns:a16="http://schemas.microsoft.com/office/drawing/2014/main" val="1767074905"/>
                  </a:ext>
                </a:extLst>
              </a:tr>
            </a:tbl>
          </a:graphicData>
        </a:graphic>
      </p:graphicFrame>
    </p:spTree>
    <p:extLst>
      <p:ext uri="{BB962C8B-B14F-4D97-AF65-F5344CB8AC3E}">
        <p14:creationId xmlns:p14="http://schemas.microsoft.com/office/powerpoint/2010/main" val="235956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570753" y="915815"/>
            <a:ext cx="8226300"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457200" y="1383367"/>
            <a:ext cx="9257551" cy="6808603"/>
          </a:xfrm>
          <a:prstGeom prst="rect">
            <a:avLst/>
          </a:prstGeom>
          <a:noFill/>
        </p:spPr>
        <p:txBody>
          <a:bodyPr wrap="square">
            <a:spAutoFit/>
          </a:bodyPr>
          <a:lstStyle/>
          <a:p>
            <a:pPr lvl="0"/>
            <a:r>
              <a:rPr lang="en-IN" sz="2000" b="1" dirty="0">
                <a:latin typeface="Times New Roman" panose="02020603050405020304" pitchFamily="18" charset="0"/>
                <a:cs typeface="Times New Roman" panose="02020603050405020304" pitchFamily="18" charset="0"/>
              </a:rPr>
              <a:t>Login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Handles user authentication using username and password</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Provides access based on roles such as employee, manager, and admin</a:t>
            </a:r>
          </a:p>
          <a:p>
            <a:pPr lvl="0"/>
            <a:r>
              <a:rPr lang="en-IN" sz="2000" b="1" dirty="0">
                <a:latin typeface="Times New Roman" panose="02020603050405020304" pitchFamily="18" charset="0"/>
                <a:cs typeface="Times New Roman" panose="02020603050405020304" pitchFamily="18" charset="0"/>
              </a:rPr>
              <a:t>Employee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Allows employees to apply for leave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Enables viewing of leave balance and leave history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Allows checking the status of leave requests</a:t>
            </a:r>
          </a:p>
          <a:p>
            <a:pPr lvl="0"/>
            <a:r>
              <a:rPr lang="en-IN" sz="2000" b="1" dirty="0">
                <a:latin typeface="Times New Roman" panose="02020603050405020304" pitchFamily="18" charset="0"/>
                <a:cs typeface="Times New Roman" panose="02020603050405020304" pitchFamily="18" charset="0"/>
              </a:rPr>
              <a:t>Admin/HR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Manages employee details and leave policies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Adds or updates leave types and leave limits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Monitors overall system activities</a:t>
            </a:r>
          </a:p>
          <a:p>
            <a:pPr lvl="0"/>
            <a:r>
              <a:rPr lang="en-IN" sz="2000" b="1" dirty="0">
                <a:latin typeface="Times New Roman" panose="02020603050405020304" pitchFamily="18" charset="0"/>
                <a:cs typeface="Times New Roman" panose="02020603050405020304" pitchFamily="18" charset="0"/>
              </a:rPr>
              <a:t>Reports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Generates reports such as leave history, monthly summaries, and absenteeism reports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Displays data in an organized format</a:t>
            </a:r>
          </a:p>
          <a:p>
            <a:pPr lvl="0"/>
            <a:r>
              <a:rPr lang="en-IN" sz="2000" b="1" dirty="0">
                <a:latin typeface="Times New Roman" panose="02020603050405020304" pitchFamily="18" charset="0"/>
                <a:cs typeface="Times New Roman" panose="02020603050405020304" pitchFamily="18" charset="0"/>
              </a:rPr>
              <a:t>Database Connectivity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Connects the Java application with MySQL database using JDBC</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Executes SQL queries such as INSERT, UPDATE, DELETE, and SELECT</a:t>
            </a:r>
          </a:p>
          <a:p>
            <a:pPr lvl="0"/>
            <a:r>
              <a:rPr lang="en-IN" sz="2000" b="1" dirty="0">
                <a:latin typeface="Times New Roman" panose="02020603050405020304" pitchFamily="18" charset="0"/>
                <a:cs typeface="Times New Roman" panose="02020603050405020304" pitchFamily="18" charset="0"/>
              </a:rPr>
              <a:t>User Interface Module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Provides a console-based interface for user interaction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Handles input and output operations through the command prompt</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9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130374"/>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Login window: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This window allows authorized users to enter their username and password to access the Employee Management System.</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2" name="Image 8">
            <a:extLst>
              <a:ext uri="{FF2B5EF4-FFF2-40B4-BE49-F238E27FC236}">
                <a16:creationId xmlns:a16="http://schemas.microsoft.com/office/drawing/2014/main" id="{9F30A407-9252-D09E-F29A-EF87DC8B72D7}"/>
              </a:ext>
            </a:extLst>
          </p:cNvPr>
          <p:cNvPicPr>
            <a:picLocks/>
          </p:cNvPicPr>
          <p:nvPr/>
        </p:nvPicPr>
        <p:blipFill>
          <a:blip r:embed="rId7" cstate="print"/>
          <a:stretch>
            <a:fillRect/>
          </a:stretch>
        </p:blipFill>
        <p:spPr>
          <a:xfrm>
            <a:off x="1600200" y="2743200"/>
            <a:ext cx="6629400" cy="42672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990600" y="1449777"/>
            <a:ext cx="8763000" cy="1477328"/>
          </a:xfrm>
          <a:prstGeom prst="rect">
            <a:avLst/>
          </a:prstGeom>
          <a:noFill/>
        </p:spPr>
        <p:txBody>
          <a:bodyPr wrap="square">
            <a:spAutoFit/>
          </a:bodyPr>
          <a:lstStyle/>
          <a:p>
            <a:r>
              <a:rPr lang="en-IN" sz="1800" b="1" u="sng" dirty="0"/>
              <a:t>Main Window:</a:t>
            </a:r>
            <a:endParaRPr lang="en-IN" sz="1800" dirty="0"/>
          </a:p>
          <a:p>
            <a:r>
              <a:rPr lang="en-IN" sz="1800" b="1" dirty="0"/>
              <a:t> </a:t>
            </a:r>
            <a:endParaRPr lang="en-IN" sz="1800" dirty="0"/>
          </a:p>
          <a:p>
            <a:r>
              <a:rPr lang="en-IN" sz="1800" dirty="0"/>
              <a:t>This </a:t>
            </a:r>
            <a:r>
              <a:rPr lang="en-US" sz="1800" dirty="0"/>
              <a:t>Provides options such as Apply Leave, View Leave Balance, Check Leave Status, Approve/Reject Requests, and Generate Reports.</a:t>
            </a:r>
            <a:endParaRPr lang="en-IN" sz="1800" dirty="0"/>
          </a:p>
          <a:p>
            <a:endParaRPr lang="en-IN" sz="1800" dirty="0"/>
          </a:p>
        </p:txBody>
      </p:sp>
      <p:pic>
        <p:nvPicPr>
          <p:cNvPr id="4" name="Image 9">
            <a:extLst>
              <a:ext uri="{FF2B5EF4-FFF2-40B4-BE49-F238E27FC236}">
                <a16:creationId xmlns:a16="http://schemas.microsoft.com/office/drawing/2014/main" id="{A0D961D1-DE2B-CD98-52F6-A1D71AFF1CD4}"/>
              </a:ext>
            </a:extLst>
          </p:cNvPr>
          <p:cNvPicPr>
            <a:picLocks/>
          </p:cNvPicPr>
          <p:nvPr/>
        </p:nvPicPr>
        <p:blipFill>
          <a:blip r:embed="rId7" cstate="print"/>
          <a:stretch>
            <a:fillRect/>
          </a:stretch>
        </p:blipFill>
        <p:spPr>
          <a:xfrm>
            <a:off x="290750" y="3022584"/>
            <a:ext cx="4776073" cy="2844816"/>
          </a:xfrm>
          <a:prstGeom prst="rect">
            <a:avLst/>
          </a:prstGeom>
        </p:spPr>
      </p:pic>
      <p:pic>
        <p:nvPicPr>
          <p:cNvPr id="12" name="Image 10">
            <a:extLst>
              <a:ext uri="{FF2B5EF4-FFF2-40B4-BE49-F238E27FC236}">
                <a16:creationId xmlns:a16="http://schemas.microsoft.com/office/drawing/2014/main" id="{8F186CAD-B490-9F53-957F-55A3DAF97E3C}"/>
              </a:ext>
            </a:extLst>
          </p:cNvPr>
          <p:cNvPicPr>
            <a:picLocks/>
          </p:cNvPicPr>
          <p:nvPr/>
        </p:nvPicPr>
        <p:blipFill>
          <a:blip r:embed="rId8" cstate="print"/>
          <a:stretch>
            <a:fillRect/>
          </a:stretch>
        </p:blipFill>
        <p:spPr>
          <a:xfrm>
            <a:off x="5224849" y="3022585"/>
            <a:ext cx="4495800" cy="2844816"/>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990600" y="1449777"/>
            <a:ext cx="8763000" cy="1477328"/>
          </a:xfrm>
          <a:prstGeom prst="rect">
            <a:avLst/>
          </a:prstGeom>
          <a:noFill/>
        </p:spPr>
        <p:txBody>
          <a:bodyPr wrap="square">
            <a:spAutoFit/>
          </a:bodyPr>
          <a:lstStyle/>
          <a:p>
            <a:r>
              <a:rPr lang="en-IN" sz="1800" b="1" u="sng" dirty="0"/>
              <a:t>Apply Leave Screen:</a:t>
            </a:r>
            <a:endParaRPr lang="en-IN" sz="1800" dirty="0"/>
          </a:p>
          <a:p>
            <a:r>
              <a:rPr lang="en-IN" sz="1800" b="1" dirty="0"/>
              <a:t> </a:t>
            </a:r>
            <a:endParaRPr lang="en-IN" sz="1800" dirty="0"/>
          </a:p>
          <a:p>
            <a:pPr algn="just"/>
            <a:r>
              <a:rPr lang="en-IN" sz="1800" dirty="0"/>
              <a:t>This </a:t>
            </a:r>
            <a:r>
              <a:rPr lang="en-US" sz="1800" dirty="0"/>
              <a:t>Shows the interface used by employees to enter leave details such as leave type, start date, end date, and reason for applying leave.</a:t>
            </a:r>
            <a:endParaRPr lang="en-IN" sz="1800" dirty="0"/>
          </a:p>
          <a:p>
            <a:pPr algn="just"/>
            <a:endParaRPr lang="en-IN" sz="1800" dirty="0"/>
          </a:p>
        </p:txBody>
      </p:sp>
      <p:pic>
        <p:nvPicPr>
          <p:cNvPr id="4" name="Image 11">
            <a:extLst>
              <a:ext uri="{FF2B5EF4-FFF2-40B4-BE49-F238E27FC236}">
                <a16:creationId xmlns:a16="http://schemas.microsoft.com/office/drawing/2014/main" id="{F934F50B-D481-C419-5000-0D6A29627667}"/>
              </a:ext>
            </a:extLst>
          </p:cNvPr>
          <p:cNvPicPr>
            <a:picLocks/>
          </p:cNvPicPr>
          <p:nvPr/>
        </p:nvPicPr>
        <p:blipFill>
          <a:blip r:embed="rId7" cstate="print"/>
          <a:stretch>
            <a:fillRect/>
          </a:stretch>
        </p:blipFill>
        <p:spPr>
          <a:xfrm>
            <a:off x="1905000" y="2740475"/>
            <a:ext cx="6553200" cy="4422326"/>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US" sz="1800" b="1" u="sng" dirty="0"/>
              <a:t>View Leave Records Screen:</a:t>
            </a:r>
            <a:endParaRPr lang="en-IN" sz="1800" dirty="0"/>
          </a:p>
          <a:p>
            <a:pPr algn="just"/>
            <a:r>
              <a:rPr lang="en-US" sz="1800" dirty="0"/>
              <a:t>Displays all leave records including leave type, dates, and status in a structured format.</a:t>
            </a:r>
            <a:endParaRPr lang="en-IN" sz="1800" dirty="0"/>
          </a:p>
          <a:p>
            <a:pPr algn="just"/>
            <a:endParaRPr lang="en-IN" sz="1800" dirty="0"/>
          </a:p>
        </p:txBody>
      </p:sp>
      <p:pic>
        <p:nvPicPr>
          <p:cNvPr id="4" name="Image 13">
            <a:extLst>
              <a:ext uri="{FF2B5EF4-FFF2-40B4-BE49-F238E27FC236}">
                <a16:creationId xmlns:a16="http://schemas.microsoft.com/office/drawing/2014/main" id="{3BCB9976-28B2-9C1D-494D-C366B92B1CBD}"/>
              </a:ext>
            </a:extLst>
          </p:cNvPr>
          <p:cNvPicPr>
            <a:picLocks/>
          </p:cNvPicPr>
          <p:nvPr/>
        </p:nvPicPr>
        <p:blipFill>
          <a:blip r:embed="rId7" cstate="print"/>
          <a:stretch>
            <a:fillRect/>
          </a:stretch>
        </p:blipFill>
        <p:spPr>
          <a:xfrm>
            <a:off x="1143000" y="2463476"/>
            <a:ext cx="7924800" cy="4165924"/>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object 3">
            <a:extLst>
              <a:ext uri="{FF2B5EF4-FFF2-40B4-BE49-F238E27FC236}">
                <a16:creationId xmlns:a16="http://schemas.microsoft.com/office/drawing/2014/main" id="{8765DCEB-C15C-BA6C-2446-0CED7B9C67DB}"/>
              </a:ext>
            </a:extLst>
          </p:cNvPr>
          <p:cNvGrpSpPr/>
          <p:nvPr/>
        </p:nvGrpSpPr>
        <p:grpSpPr>
          <a:xfrm>
            <a:off x="2439148" y="457200"/>
            <a:ext cx="5180104" cy="1198311"/>
            <a:chOff x="2648188" y="47148"/>
            <a:chExt cx="5103904" cy="1198311"/>
          </a:xfrm>
        </p:grpSpPr>
        <p:pic>
          <p:nvPicPr>
            <p:cNvPr id="9" name="object 4">
              <a:extLst>
                <a:ext uri="{FF2B5EF4-FFF2-40B4-BE49-F238E27FC236}">
                  <a16:creationId xmlns:a16="http://schemas.microsoft.com/office/drawing/2014/main" id="{665E5049-9CD1-C6E1-32C0-3281D9B7FAFA}"/>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4DADE6B4-51C0-496B-7873-D84C53583F74}"/>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2FC3AA35-C9AF-AF73-0750-B26995E789A1}"/>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F5960933-C39C-ABA7-1B36-6ADA9D331A5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4" name="Title 13">
            <a:extLst>
              <a:ext uri="{FF2B5EF4-FFF2-40B4-BE49-F238E27FC236}">
                <a16:creationId xmlns:a16="http://schemas.microsoft.com/office/drawing/2014/main" id="{1C22B1F3-AC81-8B4A-898A-FE41746DDF80}"/>
              </a:ext>
            </a:extLst>
          </p:cNvPr>
          <p:cNvSpPr>
            <a:spLocks noGrp="1"/>
          </p:cNvSpPr>
          <p:nvPr>
            <p:ph type="title"/>
          </p:nvPr>
        </p:nvSpPr>
        <p:spPr>
          <a:xfrm>
            <a:off x="3581400" y="692944"/>
            <a:ext cx="3643176" cy="483221"/>
          </a:xfrm>
        </p:spPr>
        <p:txBody>
          <a:bodyPr/>
          <a:lstStyle/>
          <a:p>
            <a:r>
              <a:rPr lang="en-US" sz="2000" dirty="0">
                <a:solidFill>
                  <a:schemeClr val="bg1"/>
                </a:solidFill>
              </a:rPr>
              <a:t>System implementation</a:t>
            </a:r>
            <a:endParaRPr lang="en-IN" sz="2000" dirty="0">
              <a:solidFill>
                <a:schemeClr val="bg1"/>
              </a:solidFill>
            </a:endParaRPr>
          </a:p>
        </p:txBody>
      </p:sp>
      <p:pic>
        <p:nvPicPr>
          <p:cNvPr id="15" name="object 3">
            <a:extLst>
              <a:ext uri="{FF2B5EF4-FFF2-40B4-BE49-F238E27FC236}">
                <a16:creationId xmlns:a16="http://schemas.microsoft.com/office/drawing/2014/main" id="{FA2F1C8E-314B-7684-3FE7-EC22EA8781D4}"/>
              </a:ext>
            </a:extLst>
          </p:cNvPr>
          <p:cNvPicPr/>
          <p:nvPr/>
        </p:nvPicPr>
        <p:blipFill>
          <a:blip r:embed="rId5" cstate="print"/>
          <a:stretch>
            <a:fillRect/>
          </a:stretch>
        </p:blipFill>
        <p:spPr>
          <a:xfrm>
            <a:off x="290750" y="204311"/>
            <a:ext cx="1163002" cy="424338"/>
          </a:xfrm>
          <a:prstGeom prst="rect">
            <a:avLst/>
          </a:prstGeom>
        </p:spPr>
      </p:pic>
      <p:sp>
        <p:nvSpPr>
          <p:cNvPr id="17" name="TextBox 16">
            <a:extLst>
              <a:ext uri="{FF2B5EF4-FFF2-40B4-BE49-F238E27FC236}">
                <a16:creationId xmlns:a16="http://schemas.microsoft.com/office/drawing/2014/main" id="{D99C8629-CBC7-C1B0-BCF3-D4E1939E2804}"/>
              </a:ext>
            </a:extLst>
          </p:cNvPr>
          <p:cNvSpPr txBox="1"/>
          <p:nvPr/>
        </p:nvSpPr>
        <p:spPr>
          <a:xfrm>
            <a:off x="373788" y="1380395"/>
            <a:ext cx="9151212" cy="1854354"/>
          </a:xfrm>
          <a:prstGeom prst="rect">
            <a:avLst/>
          </a:prstGeom>
          <a:noFill/>
        </p:spPr>
        <p:txBody>
          <a:bodyPr wrap="square">
            <a:spAutoFit/>
          </a:bodyPr>
          <a:lstStyle/>
          <a:p>
            <a:pPr>
              <a:spcBef>
                <a:spcPts val="60"/>
              </a:spcBef>
              <a:buNone/>
            </a:pPr>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436245" indent="-264795">
              <a:spcBef>
                <a:spcPts val="940"/>
              </a:spcBef>
              <a:buNone/>
            </a:pPr>
            <a:r>
              <a:rPr lang="en-US" sz="1800" b="1" u="sng" spc="-10" dirty="0">
                <a:effectLst/>
                <a:latin typeface="Times New Roman" panose="02020603050405020304" pitchFamily="18" charset="0"/>
                <a:ea typeface="Times New Roman" panose="02020603050405020304" pitchFamily="18" charset="0"/>
              </a:rPr>
              <a:t> </a:t>
            </a:r>
            <a:r>
              <a:rPr lang="en-US" sz="2000" b="1" u="sng" spc="-60" dirty="0">
                <a:effectLst/>
                <a:latin typeface="Times New Roman" panose="02020603050405020304" pitchFamily="18" charset="0"/>
                <a:ea typeface="Times New Roman" panose="02020603050405020304" pitchFamily="18" charset="0"/>
              </a:rPr>
              <a:t>Admin</a:t>
            </a:r>
            <a:r>
              <a:rPr lang="en-US" sz="2000" b="1" u="sng" spc="-90" dirty="0">
                <a:effectLst/>
                <a:latin typeface="Times New Roman" panose="02020603050405020304" pitchFamily="18" charset="0"/>
                <a:ea typeface="Times New Roman" panose="02020603050405020304" pitchFamily="18" charset="0"/>
              </a:rPr>
              <a:t> </a:t>
            </a:r>
            <a:r>
              <a:rPr lang="en-US" sz="2000" b="1" u="sng" spc="-60" dirty="0">
                <a:effectLst/>
                <a:latin typeface="Times New Roman" panose="02020603050405020304" pitchFamily="18" charset="0"/>
                <a:ea typeface="Times New Roman" panose="02020603050405020304" pitchFamily="18" charset="0"/>
              </a:rPr>
              <a:t>Approval Screen:</a:t>
            </a:r>
          </a:p>
          <a:p>
            <a:pPr marL="436245" indent="-264795">
              <a:spcBef>
                <a:spcPts val="940"/>
              </a:spcBef>
            </a:pPr>
            <a:r>
              <a:rPr lang="en-US" sz="1800" dirty="0"/>
              <a:t>Shows the interface used by managers to approve or reject leave requests submitted by employees.</a:t>
            </a:r>
            <a:endParaRPr lang="en-IN" sz="1800" dirty="0"/>
          </a:p>
          <a:p>
            <a:pPr marL="436245" indent="-264795">
              <a:spcBef>
                <a:spcPts val="940"/>
              </a:spcBef>
              <a:buNone/>
            </a:pPr>
            <a:endParaRPr lang="en-IN" sz="2000" b="1" dirty="0">
              <a:effectLst/>
              <a:latin typeface="Times New Roman" panose="02020603050405020304" pitchFamily="18" charset="0"/>
              <a:ea typeface="Times New Roman" panose="02020603050405020304" pitchFamily="18" charset="0"/>
            </a:endParaRPr>
          </a:p>
        </p:txBody>
      </p:sp>
      <p:pic>
        <p:nvPicPr>
          <p:cNvPr id="18" name="Image 14">
            <a:extLst>
              <a:ext uri="{FF2B5EF4-FFF2-40B4-BE49-F238E27FC236}">
                <a16:creationId xmlns:a16="http://schemas.microsoft.com/office/drawing/2014/main" id="{2A1608CF-FDC4-E7E7-4DFE-A395DAB104FF}"/>
              </a:ext>
            </a:extLst>
          </p:cNvPr>
          <p:cNvPicPr>
            <a:picLocks/>
          </p:cNvPicPr>
          <p:nvPr/>
        </p:nvPicPr>
        <p:blipFill>
          <a:blip r:embed="rId6" cstate="print"/>
          <a:stretch>
            <a:fillRect/>
          </a:stretch>
        </p:blipFill>
        <p:spPr>
          <a:xfrm>
            <a:off x="685800" y="2895600"/>
            <a:ext cx="8305800" cy="4495800"/>
          </a:xfrm>
          <a:prstGeom prst="rect">
            <a:avLst/>
          </a:prstGeom>
        </p:spPr>
      </p:pic>
    </p:spTree>
    <p:extLst>
      <p:ext uri="{BB962C8B-B14F-4D97-AF65-F5344CB8AC3E}">
        <p14:creationId xmlns:p14="http://schemas.microsoft.com/office/powerpoint/2010/main" val="3861404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9D7A6-30CB-7E3B-CCE1-869719BC2FEB}"/>
            </a:ext>
          </a:extLst>
        </p:cNvPr>
        <p:cNvGrpSpPr/>
        <p:nvPr/>
      </p:nvGrpSpPr>
      <p:grpSpPr>
        <a:xfrm>
          <a:off x="0" y="0"/>
          <a:ext cx="0" cy="0"/>
          <a:chOff x="0" y="0"/>
          <a:chExt cx="0" cy="0"/>
        </a:xfrm>
      </p:grpSpPr>
      <p:grpSp>
        <p:nvGrpSpPr>
          <p:cNvPr id="8" name="object 3">
            <a:extLst>
              <a:ext uri="{FF2B5EF4-FFF2-40B4-BE49-F238E27FC236}">
                <a16:creationId xmlns:a16="http://schemas.microsoft.com/office/drawing/2014/main" id="{C09D3D15-D972-F705-C658-0A06C74687ED}"/>
              </a:ext>
            </a:extLst>
          </p:cNvPr>
          <p:cNvGrpSpPr/>
          <p:nvPr/>
        </p:nvGrpSpPr>
        <p:grpSpPr>
          <a:xfrm>
            <a:off x="2439148" y="457200"/>
            <a:ext cx="5180104" cy="1198311"/>
            <a:chOff x="2648188" y="47148"/>
            <a:chExt cx="5103904" cy="1198311"/>
          </a:xfrm>
        </p:grpSpPr>
        <p:pic>
          <p:nvPicPr>
            <p:cNvPr id="9" name="object 4">
              <a:extLst>
                <a:ext uri="{FF2B5EF4-FFF2-40B4-BE49-F238E27FC236}">
                  <a16:creationId xmlns:a16="http://schemas.microsoft.com/office/drawing/2014/main" id="{9D6BE550-90D7-049A-4BDB-7EDCD9EB70AB}"/>
                </a:ext>
              </a:extLst>
            </p:cNvPr>
            <p:cNvPicPr/>
            <p:nvPr/>
          </p:nvPicPr>
          <p:blipFill>
            <a:blip r:embed="rId2" cstate="print"/>
            <a:stretch>
              <a:fillRect/>
            </a:stretch>
          </p:blipFill>
          <p:spPr>
            <a:xfrm>
              <a:off x="2648188" y="47148"/>
              <a:ext cx="5103904" cy="1198311"/>
            </a:xfrm>
            <a:prstGeom prst="rect">
              <a:avLst/>
            </a:prstGeom>
          </p:spPr>
        </p:pic>
        <p:pic>
          <p:nvPicPr>
            <p:cNvPr id="10" name="object 5">
              <a:extLst>
                <a:ext uri="{FF2B5EF4-FFF2-40B4-BE49-F238E27FC236}">
                  <a16:creationId xmlns:a16="http://schemas.microsoft.com/office/drawing/2014/main" id="{0109B441-F38E-E604-CB57-27088D6C7BDE}"/>
                </a:ext>
              </a:extLst>
            </p:cNvPr>
            <p:cNvPicPr/>
            <p:nvPr/>
          </p:nvPicPr>
          <p:blipFill>
            <a:blip r:embed="rId3" cstate="print"/>
            <a:stretch>
              <a:fillRect/>
            </a:stretch>
          </p:blipFill>
          <p:spPr>
            <a:xfrm>
              <a:off x="2703195" y="86439"/>
              <a:ext cx="4997767" cy="1092279"/>
            </a:xfrm>
            <a:prstGeom prst="rect">
              <a:avLst/>
            </a:prstGeom>
          </p:spPr>
        </p:pic>
        <p:pic>
          <p:nvPicPr>
            <p:cNvPr id="11" name="object 6">
              <a:extLst>
                <a:ext uri="{FF2B5EF4-FFF2-40B4-BE49-F238E27FC236}">
                  <a16:creationId xmlns:a16="http://schemas.microsoft.com/office/drawing/2014/main" id="{0A600E52-4569-2E2F-2885-3585CAC0B5D2}"/>
                </a:ext>
              </a:extLst>
            </p:cNvPr>
            <p:cNvPicPr/>
            <p:nvPr/>
          </p:nvPicPr>
          <p:blipFill>
            <a:blip r:embed="rId4" cstate="print"/>
            <a:stretch>
              <a:fillRect/>
            </a:stretch>
          </p:blipFill>
          <p:spPr>
            <a:xfrm>
              <a:off x="2828925" y="243549"/>
              <a:ext cx="4585268" cy="522565"/>
            </a:xfrm>
            <a:prstGeom prst="rect">
              <a:avLst/>
            </a:prstGeom>
          </p:spPr>
        </p:pic>
        <p:sp>
          <p:nvSpPr>
            <p:cNvPr id="12" name="object 7">
              <a:extLst>
                <a:ext uri="{FF2B5EF4-FFF2-40B4-BE49-F238E27FC236}">
                  <a16:creationId xmlns:a16="http://schemas.microsoft.com/office/drawing/2014/main" id="{2A00C427-E19B-F503-32D2-B8C03537087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4" name="Title 13">
            <a:extLst>
              <a:ext uri="{FF2B5EF4-FFF2-40B4-BE49-F238E27FC236}">
                <a16:creationId xmlns:a16="http://schemas.microsoft.com/office/drawing/2014/main" id="{A5E9E67D-5AAF-ABBD-D3DF-95F0C519A2D2}"/>
              </a:ext>
            </a:extLst>
          </p:cNvPr>
          <p:cNvSpPr>
            <a:spLocks noGrp="1"/>
          </p:cNvSpPr>
          <p:nvPr>
            <p:ph type="title"/>
          </p:nvPr>
        </p:nvSpPr>
        <p:spPr>
          <a:xfrm>
            <a:off x="3581400" y="692944"/>
            <a:ext cx="3643176" cy="483221"/>
          </a:xfrm>
        </p:spPr>
        <p:txBody>
          <a:bodyPr/>
          <a:lstStyle/>
          <a:p>
            <a:r>
              <a:rPr lang="en-US" sz="2000" dirty="0">
                <a:solidFill>
                  <a:schemeClr val="bg1"/>
                </a:solidFill>
              </a:rPr>
              <a:t>System implementation</a:t>
            </a:r>
            <a:endParaRPr lang="en-IN" sz="2000" dirty="0">
              <a:solidFill>
                <a:schemeClr val="bg1"/>
              </a:solidFill>
            </a:endParaRPr>
          </a:p>
        </p:txBody>
      </p:sp>
      <p:pic>
        <p:nvPicPr>
          <p:cNvPr id="15" name="object 3">
            <a:extLst>
              <a:ext uri="{FF2B5EF4-FFF2-40B4-BE49-F238E27FC236}">
                <a16:creationId xmlns:a16="http://schemas.microsoft.com/office/drawing/2014/main" id="{9E0C9A11-A31F-70BE-F7D6-FB7483910829}"/>
              </a:ext>
            </a:extLst>
          </p:cNvPr>
          <p:cNvPicPr/>
          <p:nvPr/>
        </p:nvPicPr>
        <p:blipFill>
          <a:blip r:embed="rId5" cstate="print"/>
          <a:stretch>
            <a:fillRect/>
          </a:stretch>
        </p:blipFill>
        <p:spPr>
          <a:xfrm>
            <a:off x="290750" y="204311"/>
            <a:ext cx="1163002" cy="424338"/>
          </a:xfrm>
          <a:prstGeom prst="rect">
            <a:avLst/>
          </a:prstGeom>
        </p:spPr>
      </p:pic>
      <p:sp>
        <p:nvSpPr>
          <p:cNvPr id="17" name="TextBox 16">
            <a:extLst>
              <a:ext uri="{FF2B5EF4-FFF2-40B4-BE49-F238E27FC236}">
                <a16:creationId xmlns:a16="http://schemas.microsoft.com/office/drawing/2014/main" id="{7A8B8637-1643-936C-3B00-BA30905E43DB}"/>
              </a:ext>
            </a:extLst>
          </p:cNvPr>
          <p:cNvSpPr txBox="1"/>
          <p:nvPr/>
        </p:nvSpPr>
        <p:spPr>
          <a:xfrm>
            <a:off x="373788" y="1380395"/>
            <a:ext cx="9151212" cy="1577355"/>
          </a:xfrm>
          <a:prstGeom prst="rect">
            <a:avLst/>
          </a:prstGeom>
          <a:noFill/>
        </p:spPr>
        <p:txBody>
          <a:bodyPr wrap="square">
            <a:spAutoFit/>
          </a:bodyPr>
          <a:lstStyle/>
          <a:p>
            <a:pPr>
              <a:spcBef>
                <a:spcPts val="60"/>
              </a:spcBef>
              <a:buNone/>
            </a:pPr>
            <a:r>
              <a:rPr lang="en-US" sz="16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marL="436245" indent="-264795">
              <a:spcBef>
                <a:spcPts val="940"/>
              </a:spcBef>
            </a:pPr>
            <a:r>
              <a:rPr lang="en-US" sz="1800" b="1" u="sng" dirty="0" err="1"/>
              <a:t>Veiw</a:t>
            </a:r>
            <a:r>
              <a:rPr lang="en-US" sz="1800" b="1" u="sng" dirty="0"/>
              <a:t> employee leave report</a:t>
            </a:r>
            <a:r>
              <a:rPr lang="en-US" sz="2000" b="1" u="sng" spc="-60" dirty="0">
                <a:effectLst/>
                <a:latin typeface="Times New Roman" panose="02020603050405020304" pitchFamily="18" charset="0"/>
                <a:ea typeface="Times New Roman" panose="02020603050405020304" pitchFamily="18" charset="0"/>
              </a:rPr>
              <a:t>:</a:t>
            </a:r>
          </a:p>
          <a:p>
            <a:pPr marL="436245" indent="-264795">
              <a:spcBef>
                <a:spcPts val="940"/>
              </a:spcBef>
            </a:pPr>
            <a:r>
              <a:rPr lang="en-US" sz="1800" dirty="0"/>
              <a:t>Shows the interface of employee leave report and leave count</a:t>
            </a:r>
            <a:endParaRPr lang="en-IN" sz="1800" dirty="0"/>
          </a:p>
          <a:p>
            <a:pPr marL="436245" indent="-264795">
              <a:spcBef>
                <a:spcPts val="940"/>
              </a:spcBef>
              <a:buNone/>
            </a:pPr>
            <a:endParaRPr lang="en-IN" sz="2000" b="1" dirty="0">
              <a:effectLst/>
              <a:latin typeface="Times New Roman" panose="02020603050405020304" pitchFamily="18" charset="0"/>
              <a:ea typeface="Times New Roman" panose="02020603050405020304" pitchFamily="18" charset="0"/>
            </a:endParaRPr>
          </a:p>
        </p:txBody>
      </p:sp>
      <p:pic>
        <p:nvPicPr>
          <p:cNvPr id="2" name="Image 15">
            <a:extLst>
              <a:ext uri="{FF2B5EF4-FFF2-40B4-BE49-F238E27FC236}">
                <a16:creationId xmlns:a16="http://schemas.microsoft.com/office/drawing/2014/main" id="{7814BFDD-9A07-DDF7-99AB-AEC03DE828E4}"/>
              </a:ext>
            </a:extLst>
          </p:cNvPr>
          <p:cNvPicPr>
            <a:picLocks/>
          </p:cNvPicPr>
          <p:nvPr/>
        </p:nvPicPr>
        <p:blipFill>
          <a:blip r:embed="rId6" cstate="print"/>
          <a:stretch>
            <a:fillRect/>
          </a:stretch>
        </p:blipFill>
        <p:spPr>
          <a:xfrm>
            <a:off x="1219200" y="3048001"/>
            <a:ext cx="7467600" cy="3377624"/>
          </a:xfrm>
          <a:prstGeom prst="rect">
            <a:avLst/>
          </a:prstGeom>
        </p:spPr>
      </p:pic>
    </p:spTree>
    <p:extLst>
      <p:ext uri="{BB962C8B-B14F-4D97-AF65-F5344CB8AC3E}">
        <p14:creationId xmlns:p14="http://schemas.microsoft.com/office/powerpoint/2010/main" val="1766176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380999" y="1143000"/>
            <a:ext cx="9382711" cy="6221640"/>
          </a:xfrm>
          <a:prstGeom prst="rect">
            <a:avLst/>
          </a:prstGeom>
          <a:noFill/>
        </p:spPr>
        <p:txBody>
          <a:bodyPr wrap="square" rtlCol="0">
            <a:spAutoFit/>
          </a:bodyPr>
          <a:lstStyle/>
          <a:p>
            <a:pPr algn="just">
              <a:lnSpc>
                <a:spcPct val="150000"/>
              </a:lnSpc>
            </a:pPr>
            <a:r>
              <a:rPr lang="en-IN" sz="2000" dirty="0"/>
              <a:t>The Employee Leave Management System developed in this project provides basic functionalities for managing employee leave records. However, the system can be further enhanced by adding advanced features to improve its functionality and </a:t>
            </a:r>
            <a:r>
              <a:rPr lang="en-IN" sz="2000" dirty="0" err="1"/>
              <a:t>usability.Some</a:t>
            </a:r>
            <a:r>
              <a:rPr lang="en-IN" sz="2000" dirty="0"/>
              <a:t> possible future enhancements include:</a:t>
            </a:r>
          </a:p>
          <a:p>
            <a:pPr marL="342900" lvl="0" indent="-342900" algn="just">
              <a:lnSpc>
                <a:spcPct val="150000"/>
              </a:lnSpc>
              <a:buFont typeface="Arial" panose="020B0604020202020204" pitchFamily="34" charset="0"/>
              <a:buChar char="•"/>
            </a:pPr>
            <a:r>
              <a:rPr lang="en-IN" sz="2000" b="1" dirty="0"/>
              <a:t>Payroll Management:</a:t>
            </a:r>
          </a:p>
          <a:p>
            <a:pPr algn="just">
              <a:lnSpc>
                <a:spcPct val="150000"/>
              </a:lnSpc>
            </a:pPr>
            <a:r>
              <a:rPr lang="en-US" sz="2200" dirty="0">
                <a:latin typeface="Times New Roman" panose="02020603050405020304" pitchFamily="18" charset="0"/>
                <a:cs typeface="Times New Roman" panose="02020603050405020304" pitchFamily="18" charset="0"/>
              </a:rPr>
              <a:t>Integrating leave data with payroll to calculate salaries based on leave deductions            and generate </a:t>
            </a:r>
            <a:r>
              <a:rPr lang="en-US" sz="2200" dirty="0" err="1">
                <a:latin typeface="Times New Roman" panose="02020603050405020304" pitchFamily="18" charset="0"/>
                <a:cs typeface="Times New Roman" panose="02020603050405020304" pitchFamily="18" charset="0"/>
              </a:rPr>
              <a:t>payslips</a:t>
            </a:r>
            <a:endParaRPr lang="en-IN"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000" b="1" dirty="0"/>
              <a:t>Attendance Management:</a:t>
            </a:r>
          </a:p>
          <a:p>
            <a:pPr algn="just">
              <a:lnSpc>
                <a:spcPct val="150000"/>
              </a:lnSpc>
            </a:pPr>
            <a:r>
              <a:rPr lang="en-US" sz="2200" dirty="0">
                <a:latin typeface="Times New Roman" panose="02020603050405020304" pitchFamily="18" charset="0"/>
                <a:cs typeface="Times New Roman" panose="02020603050405020304" pitchFamily="18" charset="0"/>
              </a:rPr>
              <a:t>Adding attendance tracking and linking it with leave records for better workforce management</a:t>
            </a:r>
            <a:endParaRPr lang="en-IN"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000" b="1" dirty="0"/>
              <a:t>Web-Based Application:</a:t>
            </a:r>
          </a:p>
          <a:p>
            <a:pPr algn="just">
              <a:lnSpc>
                <a:spcPct val="150000"/>
              </a:lnSpc>
            </a:pPr>
            <a:r>
              <a:rPr lang="en-IN" sz="2000" dirty="0"/>
              <a:t>Converting the desktop application into a web-based system for remote </a:t>
            </a:r>
          </a:p>
          <a:p>
            <a:pPr algn="just">
              <a:lnSpc>
                <a:spcPct val="150000"/>
              </a:lnSpc>
            </a:pPr>
            <a:r>
              <a:rPr lang="en-IN" sz="2000" dirty="0"/>
              <a:t>access</a:t>
            </a:r>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821804"/>
          </a:xfrm>
          <a:prstGeom prst="rect">
            <a:avLst/>
          </a:prstGeom>
          <a:noFill/>
        </p:spPr>
        <p:txBody>
          <a:bodyPr wrap="square" rtlCol="0">
            <a:spAutoFit/>
          </a:bodyPr>
          <a:lstStyle/>
          <a:p>
            <a:pPr>
              <a:lnSpc>
                <a:spcPct val="150000"/>
              </a:lnSpc>
            </a:pPr>
            <a:r>
              <a:rPr lang="en-IN" sz="2000" dirty="0"/>
              <a:t>The following references were used during the development of the Employee Leave Management System:</a:t>
            </a:r>
          </a:p>
          <a:p>
            <a:pPr marL="714375" lvl="2" indent="-285750">
              <a:lnSpc>
                <a:spcPct val="150000"/>
              </a:lnSpc>
              <a:buFont typeface="Arial" panose="020B0604020202020204" pitchFamily="34" charset="0"/>
              <a:buChar char="•"/>
            </a:pPr>
            <a:r>
              <a:rPr lang="en-IN" b="1" dirty="0"/>
              <a:t>Herbert Schildt</a:t>
            </a:r>
            <a:r>
              <a:rPr lang="en-IN" dirty="0"/>
              <a:t>, </a:t>
            </a:r>
            <a:r>
              <a:rPr lang="en-IN" i="1" dirty="0"/>
              <a:t>Java: The Complete Reference</a:t>
            </a:r>
            <a:r>
              <a:rPr lang="en-IN" dirty="0"/>
              <a:t>, Oracle Press, 11th Edition.</a:t>
            </a:r>
          </a:p>
          <a:p>
            <a:pPr marL="714375" lvl="2" indent="-285750">
              <a:lnSpc>
                <a:spcPct val="150000"/>
              </a:lnSpc>
              <a:buFont typeface="Arial" panose="020B0604020202020204" pitchFamily="34" charset="0"/>
              <a:buChar char="•"/>
            </a:pPr>
            <a:r>
              <a:rPr lang="en-IN" b="1" dirty="0"/>
              <a:t>E. </a:t>
            </a:r>
            <a:r>
              <a:rPr lang="en-IN" b="1" dirty="0" err="1"/>
              <a:t>Balagurusamy</a:t>
            </a:r>
            <a:r>
              <a:rPr lang="en-IN" dirty="0"/>
              <a:t>, </a:t>
            </a:r>
            <a:r>
              <a:rPr lang="en-IN" i="1" dirty="0"/>
              <a:t>Programming with Java</a:t>
            </a:r>
            <a:r>
              <a:rPr lang="en-IN" dirty="0"/>
              <a:t>, McGraw Hill Education.</a:t>
            </a:r>
          </a:p>
          <a:p>
            <a:pPr marL="714375" lvl="2" indent="-285750">
              <a:lnSpc>
                <a:spcPct val="150000"/>
              </a:lnSpc>
              <a:buFont typeface="Arial" panose="020B0604020202020204" pitchFamily="34" charset="0"/>
              <a:buChar char="•"/>
            </a:pPr>
            <a:r>
              <a:rPr lang="en-IN" b="1" dirty="0"/>
              <a:t>Korth, Silberschatz, Sudarshan</a:t>
            </a:r>
            <a:r>
              <a:rPr lang="en-IN" dirty="0"/>
              <a:t>, </a:t>
            </a:r>
            <a:r>
              <a:rPr lang="en-IN" i="1" dirty="0"/>
              <a:t>Database System Concepts</a:t>
            </a:r>
            <a:r>
              <a:rPr lang="en-IN" dirty="0"/>
              <a:t>, McGraw Hill.</a:t>
            </a:r>
          </a:p>
          <a:p>
            <a:pPr marL="714375" lvl="2" indent="-285750">
              <a:lnSpc>
                <a:spcPct val="150000"/>
              </a:lnSpc>
              <a:buFont typeface="Arial" panose="020B0604020202020204" pitchFamily="34" charset="0"/>
              <a:buChar char="•"/>
            </a:pPr>
            <a:r>
              <a:rPr lang="en-IN" b="1" dirty="0"/>
              <a:t>MySQL Documentation</a:t>
            </a:r>
            <a:r>
              <a:rPr lang="en-IN" dirty="0"/>
              <a:t>,</a:t>
            </a:r>
            <a:br>
              <a:rPr lang="en-IN" dirty="0"/>
            </a:br>
            <a:r>
              <a:rPr lang="en-US" sz="1800" dirty="0">
                <a:hlinkClick r:id="rId2"/>
              </a:rPr>
              <a:t>https://dev.mysql.com/doc/</a:t>
            </a:r>
            <a:endParaRPr lang="en-IN" dirty="0"/>
          </a:p>
          <a:p>
            <a:pPr marL="714375" lvl="2" indent="-285750">
              <a:lnSpc>
                <a:spcPct val="150000"/>
              </a:lnSpc>
              <a:buFont typeface="Arial" panose="020B0604020202020204" pitchFamily="34" charset="0"/>
              <a:buChar char="•"/>
            </a:pPr>
            <a:r>
              <a:rPr lang="en-IN" b="1" dirty="0"/>
              <a:t>Java Documentation (Oracle)</a:t>
            </a:r>
            <a:r>
              <a:rPr lang="en-IN" dirty="0"/>
              <a:t>,</a:t>
            </a:r>
            <a:br>
              <a:rPr lang="en-IN" dirty="0"/>
            </a:br>
            <a:r>
              <a:rPr lang="en-IN" u="sng" dirty="0">
                <a:hlinkClick r:id="rId3"/>
              </a:rPr>
              <a:t>https://docs.oracle.com/javase</a:t>
            </a:r>
            <a:endParaRPr lang="en-IN" dirty="0"/>
          </a:p>
          <a:p>
            <a:pPr marL="714375" lvl="2" indent="-285750">
              <a:lnSpc>
                <a:spcPct val="150000"/>
              </a:lnSpc>
              <a:buFont typeface="Arial" panose="020B0604020202020204" pitchFamily="34" charset="0"/>
              <a:buChar char="•"/>
            </a:pPr>
            <a:r>
              <a:rPr lang="en-IN" b="1" dirty="0"/>
              <a:t>JDBC Tutorial – </a:t>
            </a:r>
            <a:r>
              <a:rPr lang="en-IN" b="1" dirty="0" err="1"/>
              <a:t>GeeksforGeeks</a:t>
            </a:r>
            <a:r>
              <a:rPr lang="en-IN" dirty="0"/>
              <a:t>,</a:t>
            </a:r>
            <a:br>
              <a:rPr lang="en-IN" dirty="0"/>
            </a:br>
            <a:r>
              <a:rPr lang="en-IN" dirty="0"/>
              <a:t>https://www.geeksforgeeks.org/jdbc/</a:t>
            </a:r>
          </a:p>
          <a:p>
            <a:pPr marL="714375" lvl="2" indent="-285750">
              <a:lnSpc>
                <a:spcPct val="150000"/>
              </a:lnSpc>
              <a:buFont typeface="Arial" panose="020B0604020202020204" pitchFamily="34" charset="0"/>
              <a:buChar char="•"/>
            </a:pPr>
            <a:r>
              <a:rPr lang="en-IN" b="1" dirty="0"/>
              <a:t>Java Swing Tutorial – </a:t>
            </a:r>
            <a:r>
              <a:rPr lang="en-IN" b="1" dirty="0" err="1"/>
              <a:t>TutorialsPoint</a:t>
            </a:r>
            <a:r>
              <a:rPr lang="en-IN" dirty="0"/>
              <a:t>,</a:t>
            </a:r>
            <a:br>
              <a:rPr lang="en-IN" dirty="0"/>
            </a:br>
            <a:r>
              <a:rPr lang="en-IN" dirty="0"/>
              <a:t>https://www.tutorialspoint.com/java_swing</a:t>
            </a:r>
          </a:p>
          <a:p>
            <a:pPr marL="714375" lvl="2" indent="-285750">
              <a:lnSpc>
                <a:spcPct val="150000"/>
              </a:lnSpc>
              <a:buFont typeface="Arial" panose="020B0604020202020204" pitchFamily="34" charset="0"/>
              <a:buChar char="•"/>
            </a:pPr>
            <a:r>
              <a:rPr lang="en-IN" b="1" dirty="0"/>
              <a:t>W3Schools Java Tutorial</a:t>
            </a:r>
            <a:r>
              <a:rPr lang="en-IN" dirty="0"/>
              <a:t>,</a:t>
            </a:r>
            <a:br>
              <a:rPr lang="en-IN" dirty="0"/>
            </a:br>
            <a:r>
              <a:rPr lang="en-IN" u="sng" dirty="0">
                <a:hlinkClick r:id="rId4"/>
              </a:rPr>
              <a:t>https://www.w3schools.com/java/</a:t>
            </a:r>
            <a:endParaRPr lang="en-IN"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457200" y="1356599"/>
            <a:ext cx="9583455" cy="5509200"/>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The Employee Leave Management System has been successfully developed to manage employee leave information in an efficient and organized manner. The system replaces manual leave tracking methods with a computerized solution, thereby reducing errors, saving time, and improving the accuracy of leave records.</a:t>
            </a:r>
            <a:endParaRPr lang="en-IN"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The application provides essential functionalities such as applying for leave, approving or rejecting requests, tracking leave status, and maintaining leave history through a simple and effective interface. By using technologies like Core Java, JDBC, and MySQL database, the system ensures reliable performance, secure data handling, and easy access to leave-related information.</a:t>
            </a:r>
            <a:endParaRPr lang="en-IN"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Overall, the system improves the efficiency of managing employee leave processes and reduces the workload of administrative staff and managers. It also provides a scalable solution that can be further enhanced in the future by adding features such as web-based access, role-based authentication, and advanced report generation.</a:t>
            </a:r>
            <a:endParaRPr lang="en-IN"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In conclusion, the Employee Leave Management System meets the project objectives and serves as an effective tool for managing employee leave records in organizations</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2669</TotalTime>
  <Words>1579</Words>
  <Application>Microsoft Office PowerPoint</Application>
  <PresentationFormat>Custom</PresentationFormat>
  <Paragraphs>254</Paragraphs>
  <Slides>22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kusuma tanuku</cp:lastModifiedBy>
  <cp:revision>51</cp:revision>
  <cp:lastPrinted>2025-10-14T18:21:49Z</cp:lastPrinted>
  <dcterms:created xsi:type="dcterms:W3CDTF">2025-10-10T08:28:06Z</dcterms:created>
  <dcterms:modified xsi:type="dcterms:W3CDTF">2026-04-04T10:30:19Z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