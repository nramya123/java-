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sldIdLst>
    <p:sldId id="256" r:id="rId2"/>
    <p:sldId id="257" r:id="rId3"/>
    <p:sldId id="258" r:id="rId4"/>
    <p:sldId id="259" r:id="rId5"/>
    <p:sldId id="274" r:id="rId6"/>
    <p:sldId id="278" r:id="rId7"/>
    <p:sldId id="280" r:id="rId8"/>
    <p:sldId id="283" r:id="rId9"/>
    <p:sldId id="286" r:id="rId10"/>
    <p:sldId id="285" r:id="rId11"/>
    <p:sldId id="284" r:id="rId12"/>
    <p:sldId id="271" r:id="rId13"/>
    <p:sldId id="281" r:id="rId14"/>
    <p:sldId id="287" r:id="rId15"/>
    <p:sldId id="289" r:id="rId16"/>
    <p:sldId id="288" r:id="rId17"/>
    <p:sldId id="292" r:id="rId18"/>
    <p:sldId id="294" r:id="rId19"/>
    <p:sldId id="290" r:id="rId20"/>
    <p:sldId id="291" r:id="rId21"/>
    <p:sldId id="268" r:id="rId22"/>
    <p:sldId id="269" r:id="rId23"/>
  </p:sldIdLst>
  <p:sldSz cx="10058400" cy="7772400"/>
  <p:notesSz cx="10058400" cy="77724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C4D5080-90A5-4FA9-9DF2-E0B9EAF55B9D}" v="50" dt="2026-04-04T10:28:29.691"/>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244" autoAdjust="0"/>
    <p:restoredTop sz="94660"/>
  </p:normalViewPr>
  <p:slideViewPr>
    <p:cSldViewPr>
      <p:cViewPr varScale="1">
        <p:scale>
          <a:sx n="80" d="100"/>
          <a:sy n="80" d="100"/>
        </p:scale>
        <p:origin x="1584" y="53"/>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usuma tanuku" userId="2df8c705b415d193" providerId="LiveId" clId="{CA0DFD3F-AD1C-4D29-9DDF-4B31026A602D}"/>
    <pc:docChg chg="undo custSel addSld delSld modSld">
      <pc:chgData name="kusuma tanuku" userId="2df8c705b415d193" providerId="LiveId" clId="{CA0DFD3F-AD1C-4D29-9DDF-4B31026A602D}" dt="2026-04-06T06:52:14.038" v="1263" actId="20577"/>
      <pc:docMkLst>
        <pc:docMk/>
      </pc:docMkLst>
      <pc:sldChg chg="modSp mod">
        <pc:chgData name="kusuma tanuku" userId="2df8c705b415d193" providerId="LiveId" clId="{CA0DFD3F-AD1C-4D29-9DDF-4B31026A602D}" dt="2026-04-06T06:52:14.038" v="1263" actId="20577"/>
        <pc:sldMkLst>
          <pc:docMk/>
          <pc:sldMk cId="0" sldId="256"/>
        </pc:sldMkLst>
        <pc:spChg chg="mod">
          <ac:chgData name="kusuma tanuku" userId="2df8c705b415d193" providerId="LiveId" clId="{CA0DFD3F-AD1C-4D29-9DDF-4B31026A602D}" dt="2026-04-06T06:52:14.038" v="1263" actId="20577"/>
          <ac:spMkLst>
            <pc:docMk/>
            <pc:sldMk cId="0" sldId="256"/>
            <ac:spMk id="4" creationId="{00000000-0000-0000-0000-000000000000}"/>
          </ac:spMkLst>
        </pc:spChg>
      </pc:sldChg>
      <pc:sldChg chg="modSp mod">
        <pc:chgData name="kusuma tanuku" userId="2df8c705b415d193" providerId="LiveId" clId="{CA0DFD3F-AD1C-4D29-9DDF-4B31026A602D}" dt="2026-04-04T09:07:21.867" v="8" actId="2711"/>
        <pc:sldMkLst>
          <pc:docMk/>
          <pc:sldMk cId="86789223" sldId="259"/>
        </pc:sldMkLst>
        <pc:spChg chg="mod">
          <ac:chgData name="kusuma tanuku" userId="2df8c705b415d193" providerId="LiveId" clId="{CA0DFD3F-AD1C-4D29-9DDF-4B31026A602D}" dt="2026-04-04T09:07:21.867" v="8" actId="2711"/>
          <ac:spMkLst>
            <pc:docMk/>
            <pc:sldMk cId="86789223" sldId="259"/>
            <ac:spMk id="2" creationId="{25851B59-AD5A-81AD-7D42-C1CD5E589B58}"/>
          </ac:spMkLst>
        </pc:spChg>
      </pc:sldChg>
      <pc:sldChg chg="modSp mod">
        <pc:chgData name="kusuma tanuku" userId="2df8c705b415d193" providerId="LiveId" clId="{CA0DFD3F-AD1C-4D29-9DDF-4B31026A602D}" dt="2026-04-04T10:24:02.129" v="1082" actId="2711"/>
        <pc:sldMkLst>
          <pc:docMk/>
          <pc:sldMk cId="2694192783" sldId="268"/>
        </pc:sldMkLst>
        <pc:spChg chg="mod">
          <ac:chgData name="kusuma tanuku" userId="2df8c705b415d193" providerId="LiveId" clId="{CA0DFD3F-AD1C-4D29-9DDF-4B31026A602D}" dt="2026-04-04T10:24:02.129" v="1082" actId="2711"/>
          <ac:spMkLst>
            <pc:docMk/>
            <pc:sldMk cId="2694192783" sldId="268"/>
            <ac:spMk id="6" creationId="{DABB4592-5775-79D7-4F02-0BE4F7025B51}"/>
          </ac:spMkLst>
        </pc:spChg>
      </pc:sldChg>
      <pc:sldChg chg="modSp mod">
        <pc:chgData name="kusuma tanuku" userId="2df8c705b415d193" providerId="LiveId" clId="{CA0DFD3F-AD1C-4D29-9DDF-4B31026A602D}" dt="2026-04-05T23:36:30.578" v="1238" actId="20577"/>
        <pc:sldMkLst>
          <pc:docMk/>
          <pc:sldMk cId="314495878" sldId="271"/>
        </pc:sldMkLst>
        <pc:spChg chg="mod">
          <ac:chgData name="kusuma tanuku" userId="2df8c705b415d193" providerId="LiveId" clId="{CA0DFD3F-AD1C-4D29-9DDF-4B31026A602D}" dt="2026-04-04T09:48:33.141" v="716" actId="14100"/>
          <ac:spMkLst>
            <pc:docMk/>
            <pc:sldMk cId="314495878" sldId="271"/>
            <ac:spMk id="4" creationId="{A1271227-37A8-BD2E-DA5F-9D1409CD539E}"/>
          </ac:spMkLst>
        </pc:spChg>
        <pc:spChg chg="mod">
          <ac:chgData name="kusuma tanuku" userId="2df8c705b415d193" providerId="LiveId" clId="{CA0DFD3F-AD1C-4D29-9DDF-4B31026A602D}" dt="2026-04-05T23:36:30.578" v="1238" actId="20577"/>
          <ac:spMkLst>
            <pc:docMk/>
            <pc:sldMk cId="314495878" sldId="271"/>
            <ac:spMk id="12" creationId="{2E698EF3-6CC5-CB2B-B3DF-1F2230442C23}"/>
          </ac:spMkLst>
        </pc:spChg>
      </pc:sldChg>
      <pc:sldChg chg="modSp mod">
        <pc:chgData name="kusuma tanuku" userId="2df8c705b415d193" providerId="LiveId" clId="{CA0DFD3F-AD1C-4D29-9DDF-4B31026A602D}" dt="2026-04-04T09:12:15.286" v="30" actId="2711"/>
        <pc:sldMkLst>
          <pc:docMk/>
          <pc:sldMk cId="4273835673" sldId="274"/>
        </pc:sldMkLst>
        <pc:spChg chg="mod">
          <ac:chgData name="kusuma tanuku" userId="2df8c705b415d193" providerId="LiveId" clId="{CA0DFD3F-AD1C-4D29-9DDF-4B31026A602D}" dt="2026-04-04T09:12:15.286" v="30" actId="2711"/>
          <ac:spMkLst>
            <pc:docMk/>
            <pc:sldMk cId="4273835673" sldId="274"/>
            <ac:spMk id="16" creationId="{85EA2366-D5A3-7AD8-E7B4-472C3227ADC8}"/>
          </ac:spMkLst>
        </pc:spChg>
      </pc:sldChg>
      <pc:sldChg chg="modSp mod">
        <pc:chgData name="kusuma tanuku" userId="2df8c705b415d193" providerId="LiveId" clId="{CA0DFD3F-AD1C-4D29-9DDF-4B31026A602D}" dt="2026-04-06T05:05:14.877" v="1257" actId="20577"/>
        <pc:sldMkLst>
          <pc:docMk/>
          <pc:sldMk cId="2272052410" sldId="278"/>
        </pc:sldMkLst>
        <pc:spChg chg="mod">
          <ac:chgData name="kusuma tanuku" userId="2df8c705b415d193" providerId="LiveId" clId="{CA0DFD3F-AD1C-4D29-9DDF-4B31026A602D}" dt="2026-04-06T05:05:14.877" v="1257" actId="20577"/>
          <ac:spMkLst>
            <pc:docMk/>
            <pc:sldMk cId="2272052410" sldId="278"/>
            <ac:spMk id="16" creationId="{85EA2366-D5A3-7AD8-E7B4-472C3227ADC8}"/>
          </ac:spMkLst>
        </pc:spChg>
      </pc:sldChg>
      <pc:sldChg chg="modSp mod">
        <pc:chgData name="kusuma tanuku" userId="2df8c705b415d193" providerId="LiveId" clId="{CA0DFD3F-AD1C-4D29-9DDF-4B31026A602D}" dt="2026-04-04T09:27:14.801" v="233" actId="20577"/>
        <pc:sldMkLst>
          <pc:docMk/>
          <pc:sldMk cId="891828902" sldId="280"/>
        </pc:sldMkLst>
        <pc:spChg chg="mod">
          <ac:chgData name="kusuma tanuku" userId="2df8c705b415d193" providerId="LiveId" clId="{CA0DFD3F-AD1C-4D29-9DDF-4B31026A602D}" dt="2026-04-04T09:27:14.801" v="233" actId="20577"/>
          <ac:spMkLst>
            <pc:docMk/>
            <pc:sldMk cId="891828902" sldId="280"/>
            <ac:spMk id="12" creationId="{4CDD3B24-C6E3-C570-0D11-D85BD4A44819}"/>
          </ac:spMkLst>
        </pc:spChg>
      </pc:sldChg>
      <pc:sldChg chg="addSp delSp modSp mod">
        <pc:chgData name="kusuma tanuku" userId="2df8c705b415d193" providerId="LiveId" clId="{CA0DFD3F-AD1C-4D29-9DDF-4B31026A602D}" dt="2026-04-04T09:52:31.286" v="726" actId="14100"/>
        <pc:sldMkLst>
          <pc:docMk/>
          <pc:sldMk cId="2514269754" sldId="281"/>
        </pc:sldMkLst>
        <pc:picChg chg="add mod">
          <ac:chgData name="kusuma tanuku" userId="2df8c705b415d193" providerId="LiveId" clId="{CA0DFD3F-AD1C-4D29-9DDF-4B31026A602D}" dt="2026-04-04T09:52:31.286" v="726" actId="14100"/>
          <ac:picMkLst>
            <pc:docMk/>
            <pc:sldMk cId="2514269754" sldId="281"/>
            <ac:picMk id="2" creationId="{9F30A407-9252-D09E-F29A-EF87DC8B72D7}"/>
          </ac:picMkLst>
        </pc:picChg>
      </pc:sldChg>
      <pc:sldChg chg="addSp delSp modSp mod">
        <pc:chgData name="kusuma tanuku" userId="2df8c705b415d193" providerId="LiveId" clId="{CA0DFD3F-AD1C-4D29-9DDF-4B31026A602D}" dt="2026-04-06T05:02:15.427" v="1254"/>
        <pc:sldMkLst>
          <pc:docMk/>
          <pc:sldMk cId="2565870386" sldId="283"/>
        </pc:sldMkLst>
        <pc:spChg chg="del mod">
          <ac:chgData name="kusuma tanuku" userId="2df8c705b415d193" providerId="LiveId" clId="{CA0DFD3F-AD1C-4D29-9DDF-4B31026A602D}" dt="2026-04-06T05:02:15.427" v="1254"/>
          <ac:spMkLst>
            <pc:docMk/>
            <pc:sldMk cId="2565870386" sldId="283"/>
            <ac:spMk id="2" creationId="{36FE3A23-6F7A-9CD3-0012-E9E7C7331AAD}"/>
          </ac:spMkLst>
        </pc:spChg>
        <pc:spChg chg="mod">
          <ac:chgData name="kusuma tanuku" userId="2df8c705b415d193" providerId="LiveId" clId="{CA0DFD3F-AD1C-4D29-9DDF-4B31026A602D}" dt="2026-04-04T09:37:11.895" v="303" actId="20577"/>
          <ac:spMkLst>
            <pc:docMk/>
            <pc:sldMk cId="2565870386" sldId="283"/>
            <ac:spMk id="12" creationId="{DB0D226A-4905-9A23-644C-CE3991C38936}"/>
          </ac:spMkLst>
        </pc:spChg>
        <pc:graphicFrameChg chg="add mod modGraphic">
          <ac:chgData name="kusuma tanuku" userId="2df8c705b415d193" providerId="LiveId" clId="{CA0DFD3F-AD1C-4D29-9DDF-4B31026A602D}" dt="2026-04-04T09:38:59.818" v="330" actId="14100"/>
          <ac:graphicFrameMkLst>
            <pc:docMk/>
            <pc:sldMk cId="2565870386" sldId="283"/>
            <ac:graphicFrameMk id="3" creationId="{4695DFD2-A2FC-0051-FFFC-8FC3567B4C32}"/>
          </ac:graphicFrameMkLst>
        </pc:graphicFrameChg>
      </pc:sldChg>
      <pc:sldChg chg="addSp delSp modSp mod">
        <pc:chgData name="kusuma tanuku" userId="2df8c705b415d193" providerId="LiveId" clId="{CA0DFD3F-AD1C-4D29-9DDF-4B31026A602D}" dt="2026-04-04T09:43:57.620" v="595" actId="20577"/>
        <pc:sldMkLst>
          <pc:docMk/>
          <pc:sldMk cId="2359568655" sldId="284"/>
        </pc:sldMkLst>
        <pc:spChg chg="mod">
          <ac:chgData name="kusuma tanuku" userId="2df8c705b415d193" providerId="LiveId" clId="{CA0DFD3F-AD1C-4D29-9DDF-4B31026A602D}" dt="2026-04-04T09:43:57.620" v="595" actId="20577"/>
          <ac:spMkLst>
            <pc:docMk/>
            <pc:sldMk cId="2359568655" sldId="284"/>
            <ac:spMk id="12" creationId="{7F5AECAB-ADA0-137A-8F14-77698E44A825}"/>
          </ac:spMkLst>
        </pc:spChg>
        <pc:graphicFrameChg chg="add mod modGraphic">
          <ac:chgData name="kusuma tanuku" userId="2df8c705b415d193" providerId="LiveId" clId="{CA0DFD3F-AD1C-4D29-9DDF-4B31026A602D}" dt="2026-04-04T09:43:43.510" v="578" actId="14100"/>
          <ac:graphicFrameMkLst>
            <pc:docMk/>
            <pc:sldMk cId="2359568655" sldId="284"/>
            <ac:graphicFrameMk id="4" creationId="{008C2421-F150-1FAD-492E-079818D978EE}"/>
          </ac:graphicFrameMkLst>
        </pc:graphicFrameChg>
      </pc:sldChg>
      <pc:sldChg chg="addSp delSp modSp mod">
        <pc:chgData name="kusuma tanuku" userId="2df8c705b415d193" providerId="LiveId" clId="{CA0DFD3F-AD1C-4D29-9DDF-4B31026A602D}" dt="2026-04-04T09:45:37.491" v="707" actId="20577"/>
        <pc:sldMkLst>
          <pc:docMk/>
          <pc:sldMk cId="1096694356" sldId="285"/>
        </pc:sldMkLst>
        <pc:spChg chg="mod">
          <ac:chgData name="kusuma tanuku" userId="2df8c705b415d193" providerId="LiveId" clId="{CA0DFD3F-AD1C-4D29-9DDF-4B31026A602D}" dt="2026-04-04T09:45:37.491" v="707" actId="20577"/>
          <ac:spMkLst>
            <pc:docMk/>
            <pc:sldMk cId="1096694356" sldId="285"/>
            <ac:spMk id="12" creationId="{BE4EB3E5-F5F4-BFDA-2030-B081D8DD8B72}"/>
          </ac:spMkLst>
        </pc:spChg>
        <pc:graphicFrameChg chg="add mod modGraphic">
          <ac:chgData name="kusuma tanuku" userId="2df8c705b415d193" providerId="LiveId" clId="{CA0DFD3F-AD1C-4D29-9DDF-4B31026A602D}" dt="2026-04-04T09:45:15.465" v="704" actId="14100"/>
          <ac:graphicFrameMkLst>
            <pc:docMk/>
            <pc:sldMk cId="1096694356" sldId="285"/>
            <ac:graphicFrameMk id="4" creationId="{855CDA22-F105-E0F6-4DFA-97893DD6F4AA}"/>
          </ac:graphicFrameMkLst>
        </pc:graphicFrameChg>
      </pc:sldChg>
      <pc:sldChg chg="addSp delSp modSp mod">
        <pc:chgData name="kusuma tanuku" userId="2df8c705b415d193" providerId="LiveId" clId="{CA0DFD3F-AD1C-4D29-9DDF-4B31026A602D}" dt="2026-04-05T23:48:41.991" v="1250" actId="14734"/>
        <pc:sldMkLst>
          <pc:docMk/>
          <pc:sldMk cId="1327093014" sldId="286"/>
        </pc:sldMkLst>
        <pc:spChg chg="mod">
          <ac:chgData name="kusuma tanuku" userId="2df8c705b415d193" providerId="LiveId" clId="{CA0DFD3F-AD1C-4D29-9DDF-4B31026A602D}" dt="2026-04-04T09:40:11.956" v="401" actId="20577"/>
          <ac:spMkLst>
            <pc:docMk/>
            <pc:sldMk cId="1327093014" sldId="286"/>
            <ac:spMk id="12" creationId="{2B7D6DA8-89F8-4CB4-20B5-36719C763BE0}"/>
          </ac:spMkLst>
        </pc:spChg>
        <pc:graphicFrameChg chg="add mod modGraphic">
          <ac:chgData name="kusuma tanuku" userId="2df8c705b415d193" providerId="LiveId" clId="{CA0DFD3F-AD1C-4D29-9DDF-4B31026A602D}" dt="2026-04-05T23:48:41.991" v="1250" actId="14734"/>
          <ac:graphicFrameMkLst>
            <pc:docMk/>
            <pc:sldMk cId="1327093014" sldId="286"/>
            <ac:graphicFrameMk id="3" creationId="{C5736F5D-22D5-53AA-6860-6FC6ADC017A3}"/>
          </ac:graphicFrameMkLst>
        </pc:graphicFrameChg>
      </pc:sldChg>
      <pc:sldChg chg="addSp delSp modSp mod">
        <pc:chgData name="kusuma tanuku" userId="2df8c705b415d193" providerId="LiveId" clId="{CA0DFD3F-AD1C-4D29-9DDF-4B31026A602D}" dt="2026-04-04T10:27:56.887" v="1141" actId="20577"/>
        <pc:sldMkLst>
          <pc:docMk/>
          <pc:sldMk cId="2972483051" sldId="287"/>
        </pc:sldMkLst>
        <pc:spChg chg="mod">
          <ac:chgData name="kusuma tanuku" userId="2df8c705b415d193" providerId="LiveId" clId="{CA0DFD3F-AD1C-4D29-9DDF-4B31026A602D}" dt="2026-04-04T10:27:56.887" v="1141" actId="20577"/>
          <ac:spMkLst>
            <pc:docMk/>
            <pc:sldMk cId="2972483051" sldId="287"/>
            <ac:spMk id="3" creationId="{B8DE39BD-B38D-F038-C3C2-37F3F226C77D}"/>
          </ac:spMkLst>
        </pc:spChg>
        <pc:picChg chg="add mod">
          <ac:chgData name="kusuma tanuku" userId="2df8c705b415d193" providerId="LiveId" clId="{CA0DFD3F-AD1C-4D29-9DDF-4B31026A602D}" dt="2026-04-04T09:55:39.081" v="742" actId="14100"/>
          <ac:picMkLst>
            <pc:docMk/>
            <pc:sldMk cId="2972483051" sldId="287"/>
            <ac:picMk id="4" creationId="{A0D961D1-DE2B-CD98-52F6-A1D71AFF1CD4}"/>
          </ac:picMkLst>
        </pc:picChg>
        <pc:picChg chg="add mod">
          <ac:chgData name="kusuma tanuku" userId="2df8c705b415d193" providerId="LiveId" clId="{CA0DFD3F-AD1C-4D29-9DDF-4B31026A602D}" dt="2026-04-04T09:55:25.444" v="740" actId="14100"/>
          <ac:picMkLst>
            <pc:docMk/>
            <pc:sldMk cId="2972483051" sldId="287"/>
            <ac:picMk id="12" creationId="{8F186CAD-B490-9F53-957F-55A3DAF97E3C}"/>
          </ac:picMkLst>
        </pc:picChg>
      </pc:sldChg>
      <pc:sldChg chg="addSp delSp modSp mod">
        <pc:chgData name="kusuma tanuku" userId="2df8c705b415d193" providerId="LiveId" clId="{CA0DFD3F-AD1C-4D29-9DDF-4B31026A602D}" dt="2026-04-04T10:28:35.293" v="1151" actId="20577"/>
        <pc:sldMkLst>
          <pc:docMk/>
          <pc:sldMk cId="4049249143" sldId="288"/>
        </pc:sldMkLst>
        <pc:spChg chg="mod">
          <ac:chgData name="kusuma tanuku" userId="2df8c705b415d193" providerId="LiveId" clId="{CA0DFD3F-AD1C-4D29-9DDF-4B31026A602D}" dt="2026-04-04T10:28:35.293" v="1151" actId="20577"/>
          <ac:spMkLst>
            <pc:docMk/>
            <pc:sldMk cId="4049249143" sldId="288"/>
            <ac:spMk id="3" creationId="{DFDFF7E8-2D7E-EE44-718C-EFE70C9A2E40}"/>
          </ac:spMkLst>
        </pc:spChg>
        <pc:grpChg chg="mod">
          <ac:chgData name="kusuma tanuku" userId="2df8c705b415d193" providerId="LiveId" clId="{CA0DFD3F-AD1C-4D29-9DDF-4B31026A602D}" dt="2026-04-04T10:02:39.416" v="806" actId="1076"/>
          <ac:grpSpMkLst>
            <pc:docMk/>
            <pc:sldMk cId="4049249143" sldId="288"/>
            <ac:grpSpMk id="5" creationId="{D7B9191B-FE96-8A59-9690-2C061E758CB3}"/>
          </ac:grpSpMkLst>
        </pc:grpChg>
        <pc:picChg chg="add mod">
          <ac:chgData name="kusuma tanuku" userId="2df8c705b415d193" providerId="LiveId" clId="{CA0DFD3F-AD1C-4D29-9DDF-4B31026A602D}" dt="2026-04-04T10:00:30.746" v="803" actId="14100"/>
          <ac:picMkLst>
            <pc:docMk/>
            <pc:sldMk cId="4049249143" sldId="288"/>
            <ac:picMk id="4" creationId="{3BCB9976-28B2-9C1D-494D-C366B92B1CBD}"/>
          </ac:picMkLst>
        </pc:picChg>
      </pc:sldChg>
      <pc:sldChg chg="addSp delSp modSp mod">
        <pc:chgData name="kusuma tanuku" userId="2df8c705b415d193" providerId="LiveId" clId="{CA0DFD3F-AD1C-4D29-9DDF-4B31026A602D}" dt="2026-04-04T10:28:13.341" v="1144" actId="20577"/>
        <pc:sldMkLst>
          <pc:docMk/>
          <pc:sldMk cId="359963976" sldId="289"/>
        </pc:sldMkLst>
        <pc:spChg chg="mod">
          <ac:chgData name="kusuma tanuku" userId="2df8c705b415d193" providerId="LiveId" clId="{CA0DFD3F-AD1C-4D29-9DDF-4B31026A602D}" dt="2026-04-04T10:28:13.341" v="1144" actId="20577"/>
          <ac:spMkLst>
            <pc:docMk/>
            <pc:sldMk cId="359963976" sldId="289"/>
            <ac:spMk id="3" creationId="{7E08911D-DB8D-864A-A56A-021103D1465A}"/>
          </ac:spMkLst>
        </pc:spChg>
        <pc:picChg chg="add mod">
          <ac:chgData name="kusuma tanuku" userId="2df8c705b415d193" providerId="LiveId" clId="{CA0DFD3F-AD1C-4D29-9DDF-4B31026A602D}" dt="2026-04-04T09:58:37.559" v="783" actId="14100"/>
          <ac:picMkLst>
            <pc:docMk/>
            <pc:sldMk cId="359963976" sldId="289"/>
            <ac:picMk id="4" creationId="{F934F50B-D481-C419-5000-0D6A29627667}"/>
          </ac:picMkLst>
        </pc:picChg>
      </pc:sldChg>
      <pc:sldChg chg="modSp mod">
        <pc:chgData name="kusuma tanuku" userId="2df8c705b415d193" providerId="LiveId" clId="{CA0DFD3F-AD1C-4D29-9DDF-4B31026A602D}" dt="2026-04-04T10:27:00.828" v="1138" actId="14100"/>
        <pc:sldMkLst>
          <pc:docMk/>
          <pc:sldMk cId="1218789633" sldId="290"/>
        </pc:sldMkLst>
        <pc:spChg chg="mod">
          <ac:chgData name="kusuma tanuku" userId="2df8c705b415d193" providerId="LiveId" clId="{CA0DFD3F-AD1C-4D29-9DDF-4B31026A602D}" dt="2026-04-04T10:27:00.828" v="1138" actId="14100"/>
          <ac:spMkLst>
            <pc:docMk/>
            <pc:sldMk cId="1218789633" sldId="290"/>
            <ac:spMk id="6" creationId="{0E93131E-D2BB-EC5C-2A95-924FDF20D02E}"/>
          </ac:spMkLst>
        </pc:spChg>
      </pc:sldChg>
      <pc:sldChg chg="modSp mod">
        <pc:chgData name="kusuma tanuku" userId="2df8c705b415d193" providerId="LiveId" clId="{CA0DFD3F-AD1C-4D29-9DDF-4B31026A602D}" dt="2026-04-04T10:23:23.771" v="1080" actId="20577"/>
        <pc:sldMkLst>
          <pc:docMk/>
          <pc:sldMk cId="2182020741" sldId="291"/>
        </pc:sldMkLst>
        <pc:spChg chg="mod">
          <ac:chgData name="kusuma tanuku" userId="2df8c705b415d193" providerId="LiveId" clId="{CA0DFD3F-AD1C-4D29-9DDF-4B31026A602D}" dt="2026-04-04T10:23:23.771" v="1080" actId="20577"/>
          <ac:spMkLst>
            <pc:docMk/>
            <pc:sldMk cId="2182020741" sldId="291"/>
            <ac:spMk id="6" creationId="{25376381-AD7A-228D-6305-1256490B7F5E}"/>
          </ac:spMkLst>
        </pc:spChg>
      </pc:sldChg>
      <pc:sldChg chg="addSp delSp modSp new mod">
        <pc:chgData name="kusuma tanuku" userId="2df8c705b415d193" providerId="LiveId" clId="{CA0DFD3F-AD1C-4D29-9DDF-4B31026A602D}" dt="2026-04-04T10:09:13.953" v="918" actId="14100"/>
        <pc:sldMkLst>
          <pc:docMk/>
          <pc:sldMk cId="3861404630" sldId="292"/>
        </pc:sldMkLst>
        <pc:spChg chg="mod">
          <ac:chgData name="kusuma tanuku" userId="2df8c705b415d193" providerId="LiveId" clId="{CA0DFD3F-AD1C-4D29-9DDF-4B31026A602D}" dt="2026-04-04T10:05:26.011" v="861"/>
          <ac:spMkLst>
            <pc:docMk/>
            <pc:sldMk cId="3861404630" sldId="292"/>
            <ac:spMk id="12" creationId="{F5960933-C39C-ABA7-1B36-6ADA9D331A5D}"/>
          </ac:spMkLst>
        </pc:spChg>
        <pc:spChg chg="add mod">
          <ac:chgData name="kusuma tanuku" userId="2df8c705b415d193" providerId="LiveId" clId="{CA0DFD3F-AD1C-4D29-9DDF-4B31026A602D}" dt="2026-04-04T10:07:09.592" v="898" actId="14100"/>
          <ac:spMkLst>
            <pc:docMk/>
            <pc:sldMk cId="3861404630" sldId="292"/>
            <ac:spMk id="14" creationId="{1C22B1F3-AC81-8B4A-898A-FE41746DDF80}"/>
          </ac:spMkLst>
        </pc:spChg>
        <pc:spChg chg="add mod">
          <ac:chgData name="kusuma tanuku" userId="2df8c705b415d193" providerId="LiveId" clId="{CA0DFD3F-AD1C-4D29-9DDF-4B31026A602D}" dt="2026-04-04T10:08:31.381" v="908" actId="14100"/>
          <ac:spMkLst>
            <pc:docMk/>
            <pc:sldMk cId="3861404630" sldId="292"/>
            <ac:spMk id="17" creationId="{D99C8629-CBC7-C1B0-BCF3-D4E1939E2804}"/>
          </ac:spMkLst>
        </pc:spChg>
        <pc:grpChg chg="add mod">
          <ac:chgData name="kusuma tanuku" userId="2df8c705b415d193" providerId="LiveId" clId="{CA0DFD3F-AD1C-4D29-9DDF-4B31026A602D}" dt="2026-04-04T10:05:33.542" v="863" actId="1076"/>
          <ac:grpSpMkLst>
            <pc:docMk/>
            <pc:sldMk cId="3861404630" sldId="292"/>
            <ac:grpSpMk id="8" creationId="{8765DCEB-C15C-BA6C-2446-0CED7B9C67DB}"/>
          </ac:grpSpMkLst>
        </pc:grpChg>
        <pc:picChg chg="mod">
          <ac:chgData name="kusuma tanuku" userId="2df8c705b415d193" providerId="LiveId" clId="{CA0DFD3F-AD1C-4D29-9DDF-4B31026A602D}" dt="2026-04-04T10:05:26.011" v="861"/>
          <ac:picMkLst>
            <pc:docMk/>
            <pc:sldMk cId="3861404630" sldId="292"/>
            <ac:picMk id="9" creationId="{665E5049-9CD1-C6E1-32C0-3281D9B7FAFA}"/>
          </ac:picMkLst>
        </pc:picChg>
        <pc:picChg chg="mod">
          <ac:chgData name="kusuma tanuku" userId="2df8c705b415d193" providerId="LiveId" clId="{CA0DFD3F-AD1C-4D29-9DDF-4B31026A602D}" dt="2026-04-04T10:05:26.011" v="861"/>
          <ac:picMkLst>
            <pc:docMk/>
            <pc:sldMk cId="3861404630" sldId="292"/>
            <ac:picMk id="10" creationId="{4DADE6B4-51C0-496B-7873-D84C53583F74}"/>
          </ac:picMkLst>
        </pc:picChg>
        <pc:picChg chg="mod">
          <ac:chgData name="kusuma tanuku" userId="2df8c705b415d193" providerId="LiveId" clId="{CA0DFD3F-AD1C-4D29-9DDF-4B31026A602D}" dt="2026-04-04T10:05:26.011" v="861"/>
          <ac:picMkLst>
            <pc:docMk/>
            <pc:sldMk cId="3861404630" sldId="292"/>
            <ac:picMk id="11" creationId="{2FC3AA35-C9AF-AF73-0750-B26995E789A1}"/>
          </ac:picMkLst>
        </pc:picChg>
        <pc:picChg chg="add mod">
          <ac:chgData name="kusuma tanuku" userId="2df8c705b415d193" providerId="LiveId" clId="{CA0DFD3F-AD1C-4D29-9DDF-4B31026A602D}" dt="2026-04-04T10:07:23.836" v="899"/>
          <ac:picMkLst>
            <pc:docMk/>
            <pc:sldMk cId="3861404630" sldId="292"/>
            <ac:picMk id="15" creationId="{FA2F1C8E-314B-7684-3FE7-EC22EA8781D4}"/>
          </ac:picMkLst>
        </pc:picChg>
        <pc:picChg chg="add mod">
          <ac:chgData name="kusuma tanuku" userId="2df8c705b415d193" providerId="LiveId" clId="{CA0DFD3F-AD1C-4D29-9DDF-4B31026A602D}" dt="2026-04-04T10:09:13.953" v="918" actId="14100"/>
          <ac:picMkLst>
            <pc:docMk/>
            <pc:sldMk cId="3861404630" sldId="292"/>
            <ac:picMk id="18" creationId="{2A1608CF-FDC4-E7E7-4DFE-A395DAB104FF}"/>
          </ac:picMkLst>
        </pc:picChg>
      </pc:sldChg>
      <pc:sldChg chg="addSp delSp modSp add mod">
        <pc:chgData name="kusuma tanuku" userId="2df8c705b415d193" providerId="LiveId" clId="{CA0DFD3F-AD1C-4D29-9DDF-4B31026A602D}" dt="2026-04-04T10:30:14.889" v="1222" actId="20577"/>
        <pc:sldMkLst>
          <pc:docMk/>
          <pc:sldMk cId="1766176414" sldId="294"/>
        </pc:sldMkLst>
        <pc:spChg chg="mod">
          <ac:chgData name="kusuma tanuku" userId="2df8c705b415d193" providerId="LiveId" clId="{CA0DFD3F-AD1C-4D29-9DDF-4B31026A602D}" dt="2026-04-04T10:30:14.889" v="1222" actId="20577"/>
          <ac:spMkLst>
            <pc:docMk/>
            <pc:sldMk cId="1766176414" sldId="294"/>
            <ac:spMk id="17" creationId="{7A8B8637-1643-936C-3B00-BA30905E43DB}"/>
          </ac:spMkLst>
        </pc:spChg>
        <pc:picChg chg="add mod">
          <ac:chgData name="kusuma tanuku" userId="2df8c705b415d193" providerId="LiveId" clId="{CA0DFD3F-AD1C-4D29-9DDF-4B31026A602D}" dt="2026-04-04T10:17:48.193" v="1021" actId="14100"/>
          <ac:picMkLst>
            <pc:docMk/>
            <pc:sldMk cId="1766176414" sldId="294"/>
            <ac:picMk id="2" creationId="{7814BFDD-9A07-DDF7-99AB-AEC03DE828E4}"/>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59275" cy="38893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697538" y="0"/>
            <a:ext cx="4359275" cy="388938"/>
          </a:xfrm>
          <a:prstGeom prst="rect">
            <a:avLst/>
          </a:prstGeom>
        </p:spPr>
        <p:txBody>
          <a:bodyPr vert="horz" lIns="91440" tIns="45720" rIns="91440" bIns="45720" rtlCol="0"/>
          <a:lstStyle>
            <a:lvl1pPr algn="r">
              <a:defRPr sz="1200"/>
            </a:lvl1pPr>
          </a:lstStyle>
          <a:p>
            <a:fld id="{0B419B0A-DB98-47ED-A0D2-B47FD394FE07}" type="datetimeFigureOut">
              <a:rPr lang="en-IN" smtClean="0"/>
              <a:t>06-04-2026</a:t>
            </a:fld>
            <a:endParaRPr lang="en-IN"/>
          </a:p>
        </p:txBody>
      </p:sp>
      <p:sp>
        <p:nvSpPr>
          <p:cNvPr id="4" name="Slide Image Placeholder 3"/>
          <p:cNvSpPr>
            <a:spLocks noGrp="1" noRot="1" noChangeAspect="1"/>
          </p:cNvSpPr>
          <p:nvPr>
            <p:ph type="sldImg" idx="2"/>
          </p:nvPr>
        </p:nvSpPr>
        <p:spPr>
          <a:xfrm>
            <a:off x="3332163" y="971550"/>
            <a:ext cx="3394075" cy="262255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006475" y="3740150"/>
            <a:ext cx="8045450" cy="306070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7383463"/>
            <a:ext cx="4359275" cy="38893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697538" y="7383463"/>
            <a:ext cx="4359275" cy="388937"/>
          </a:xfrm>
          <a:prstGeom prst="rect">
            <a:avLst/>
          </a:prstGeom>
        </p:spPr>
        <p:txBody>
          <a:bodyPr vert="horz" lIns="91440" tIns="45720" rIns="91440" bIns="45720" rtlCol="0" anchor="b"/>
          <a:lstStyle>
            <a:lvl1pPr algn="r">
              <a:defRPr sz="1200"/>
            </a:lvl1pPr>
          </a:lstStyle>
          <a:p>
            <a:fld id="{67E471F2-2083-493A-8C9E-53209FFA1EC8}" type="slidenum">
              <a:rPr lang="en-IN" smtClean="0"/>
              <a:t>‹#›</a:t>
            </a:fld>
            <a:endParaRPr lang="en-IN"/>
          </a:p>
        </p:txBody>
      </p:sp>
    </p:spTree>
    <p:extLst>
      <p:ext uri="{BB962C8B-B14F-4D97-AF65-F5344CB8AC3E}">
        <p14:creationId xmlns:p14="http://schemas.microsoft.com/office/powerpoint/2010/main" val="4468130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FA07A5-14C6-E585-8655-9D9D52E50E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A451EA-1440-E913-BE4A-B614B423C8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2B861F-0E31-A9FE-3DE3-C88AA9FDC23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BB3FD6E-6CD7-73E7-5843-F5D2AC9D0C79}"/>
              </a:ext>
            </a:extLst>
          </p:cNvPr>
          <p:cNvSpPr>
            <a:spLocks noGrp="1"/>
          </p:cNvSpPr>
          <p:nvPr>
            <p:ph type="sldNum" sz="quarter" idx="10"/>
          </p:nvPr>
        </p:nvSpPr>
        <p:spPr/>
        <p:txBody>
          <a:bodyPr/>
          <a:lstStyle/>
          <a:p>
            <a:fld id="{67E471F2-2083-493A-8C9E-53209FFA1EC8}" type="slidenum">
              <a:rPr lang="en-IN" smtClean="0"/>
              <a:t>7</a:t>
            </a:fld>
            <a:endParaRPr lang="en-IN"/>
          </a:p>
        </p:txBody>
      </p:sp>
    </p:spTree>
    <p:extLst>
      <p:ext uri="{BB962C8B-B14F-4D97-AF65-F5344CB8AC3E}">
        <p14:creationId xmlns:p14="http://schemas.microsoft.com/office/powerpoint/2010/main" val="37661188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D6944-C75D-642A-33EC-861C4C9EE3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B92471-DA30-4B37-FCA6-6EF20124DB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1FE530-0FC2-EC25-4907-8124FE661A5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03AE0AE-6066-70F2-58D0-DE497EDE96FC}"/>
              </a:ext>
            </a:extLst>
          </p:cNvPr>
          <p:cNvSpPr>
            <a:spLocks noGrp="1"/>
          </p:cNvSpPr>
          <p:nvPr>
            <p:ph type="sldNum" sz="quarter" idx="10"/>
          </p:nvPr>
        </p:nvSpPr>
        <p:spPr/>
        <p:txBody>
          <a:bodyPr/>
          <a:lstStyle/>
          <a:p>
            <a:fld id="{67E471F2-2083-493A-8C9E-53209FFA1EC8}" type="slidenum">
              <a:rPr lang="en-IN" smtClean="0"/>
              <a:t>8</a:t>
            </a:fld>
            <a:endParaRPr lang="en-IN"/>
          </a:p>
        </p:txBody>
      </p:sp>
    </p:spTree>
    <p:extLst>
      <p:ext uri="{BB962C8B-B14F-4D97-AF65-F5344CB8AC3E}">
        <p14:creationId xmlns:p14="http://schemas.microsoft.com/office/powerpoint/2010/main" val="36370596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7139B1-A475-4CBB-3C79-9D26E5A866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1C7ED2-D36F-F380-B914-E293551BC2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291147-730F-8489-F314-EBBEE6FC150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B461C2B-CF90-5661-FD6B-4743F3CA884B}"/>
              </a:ext>
            </a:extLst>
          </p:cNvPr>
          <p:cNvSpPr>
            <a:spLocks noGrp="1"/>
          </p:cNvSpPr>
          <p:nvPr>
            <p:ph type="sldNum" sz="quarter" idx="10"/>
          </p:nvPr>
        </p:nvSpPr>
        <p:spPr/>
        <p:txBody>
          <a:bodyPr/>
          <a:lstStyle/>
          <a:p>
            <a:fld id="{67E471F2-2083-493A-8C9E-53209FFA1EC8}" type="slidenum">
              <a:rPr lang="en-IN" smtClean="0"/>
              <a:t>9</a:t>
            </a:fld>
            <a:endParaRPr lang="en-IN"/>
          </a:p>
        </p:txBody>
      </p:sp>
    </p:spTree>
    <p:extLst>
      <p:ext uri="{BB962C8B-B14F-4D97-AF65-F5344CB8AC3E}">
        <p14:creationId xmlns:p14="http://schemas.microsoft.com/office/powerpoint/2010/main" val="16882209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8C70F2-0EF9-0550-A72E-404207C35D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700AA8-577A-B5F3-39C0-0D9C6D252B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A2C486-2F3A-630C-86E2-8D8A883F7AE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50BFAA6-56A9-3BDB-EAC1-346BC26C210F}"/>
              </a:ext>
            </a:extLst>
          </p:cNvPr>
          <p:cNvSpPr>
            <a:spLocks noGrp="1"/>
          </p:cNvSpPr>
          <p:nvPr>
            <p:ph type="sldNum" sz="quarter" idx="10"/>
          </p:nvPr>
        </p:nvSpPr>
        <p:spPr/>
        <p:txBody>
          <a:bodyPr/>
          <a:lstStyle/>
          <a:p>
            <a:fld id="{67E471F2-2083-493A-8C9E-53209FFA1EC8}" type="slidenum">
              <a:rPr lang="en-IN" smtClean="0"/>
              <a:t>10</a:t>
            </a:fld>
            <a:endParaRPr lang="en-IN"/>
          </a:p>
        </p:txBody>
      </p:sp>
    </p:spTree>
    <p:extLst>
      <p:ext uri="{BB962C8B-B14F-4D97-AF65-F5344CB8AC3E}">
        <p14:creationId xmlns:p14="http://schemas.microsoft.com/office/powerpoint/2010/main" val="16431009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6C5139-1AFF-D3A0-DDED-EC44904EB7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ACAA4A-8CBD-6631-C71D-AC4F63D9D9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70C2C8-43BC-835F-52A1-5BF2FAEB5E9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BC6ACFE-808B-4C46-05B5-18378E07F9DF}"/>
              </a:ext>
            </a:extLst>
          </p:cNvPr>
          <p:cNvSpPr>
            <a:spLocks noGrp="1"/>
          </p:cNvSpPr>
          <p:nvPr>
            <p:ph type="sldNum" sz="quarter" idx="10"/>
          </p:nvPr>
        </p:nvSpPr>
        <p:spPr/>
        <p:txBody>
          <a:bodyPr/>
          <a:lstStyle/>
          <a:p>
            <a:fld id="{67E471F2-2083-493A-8C9E-53209FFA1EC8}" type="slidenum">
              <a:rPr lang="en-IN" smtClean="0"/>
              <a:t>11</a:t>
            </a:fld>
            <a:endParaRPr lang="en-IN"/>
          </a:p>
        </p:txBody>
      </p:sp>
    </p:spTree>
    <p:extLst>
      <p:ext uri="{BB962C8B-B14F-4D97-AF65-F5344CB8AC3E}">
        <p14:creationId xmlns:p14="http://schemas.microsoft.com/office/powerpoint/2010/main" val="10988549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67E471F2-2083-493A-8C9E-53209FFA1EC8}" type="slidenum">
              <a:rPr lang="en-IN" smtClean="0"/>
              <a:t>12</a:t>
            </a:fld>
            <a:endParaRPr lang="en-IN"/>
          </a:p>
        </p:txBody>
      </p:sp>
    </p:spTree>
    <p:extLst>
      <p:ext uri="{BB962C8B-B14F-4D97-AF65-F5344CB8AC3E}">
        <p14:creationId xmlns:p14="http://schemas.microsoft.com/office/powerpoint/2010/main" val="20061069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CE3C7-4CAC-83C5-06C3-42A79AAC39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C8F73F-5430-C4C7-24B7-978CB7B2CD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AD4E0F-8063-6714-0B2B-C4C7BFB3BB0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6220EE7-BED2-805A-A166-2B514D3FD98E}"/>
              </a:ext>
            </a:extLst>
          </p:cNvPr>
          <p:cNvSpPr>
            <a:spLocks noGrp="1"/>
          </p:cNvSpPr>
          <p:nvPr>
            <p:ph type="sldNum" sz="quarter" idx="10"/>
          </p:nvPr>
        </p:nvSpPr>
        <p:spPr/>
        <p:txBody>
          <a:bodyPr/>
          <a:lstStyle/>
          <a:p>
            <a:fld id="{67E471F2-2083-493A-8C9E-53209FFA1EC8}" type="slidenum">
              <a:rPr lang="en-IN" smtClean="0"/>
              <a:t>13</a:t>
            </a:fld>
            <a:endParaRPr lang="en-IN"/>
          </a:p>
        </p:txBody>
      </p:sp>
    </p:spTree>
    <p:extLst>
      <p:ext uri="{BB962C8B-B14F-4D97-AF65-F5344CB8AC3E}">
        <p14:creationId xmlns:p14="http://schemas.microsoft.com/office/powerpoint/2010/main" val="3401301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0565D4-DEED-8F77-7875-441F7EC657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20EE74-7167-873A-95DE-2209D38A4B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CB17A6-C5DF-DF2F-3449-59AE0E1E523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2A6B2E7-A9E4-7C60-5E8B-7C360EA4C31A}"/>
              </a:ext>
            </a:extLst>
          </p:cNvPr>
          <p:cNvSpPr>
            <a:spLocks noGrp="1"/>
          </p:cNvSpPr>
          <p:nvPr>
            <p:ph type="sldNum" sz="quarter" idx="10"/>
          </p:nvPr>
        </p:nvSpPr>
        <p:spPr/>
        <p:txBody>
          <a:bodyPr/>
          <a:lstStyle/>
          <a:p>
            <a:fld id="{67E471F2-2083-493A-8C9E-53209FFA1EC8}" type="slidenum">
              <a:rPr lang="en-IN" smtClean="0"/>
              <a:t>14</a:t>
            </a:fld>
            <a:endParaRPr lang="en-IN"/>
          </a:p>
        </p:txBody>
      </p:sp>
    </p:spTree>
    <p:extLst>
      <p:ext uri="{BB962C8B-B14F-4D97-AF65-F5344CB8AC3E}">
        <p14:creationId xmlns:p14="http://schemas.microsoft.com/office/powerpoint/2010/main" val="113217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078334-1E7C-9B5D-22F4-8A0874D2C7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CA05E5-57D3-9020-E1E8-13EECF182C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DE5D61-29D8-36CA-3B49-ED30EB6DC96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6A6CBA9-998B-04E1-4DEE-A9C50489770F}"/>
              </a:ext>
            </a:extLst>
          </p:cNvPr>
          <p:cNvSpPr>
            <a:spLocks noGrp="1"/>
          </p:cNvSpPr>
          <p:nvPr>
            <p:ph type="sldNum" sz="quarter" idx="10"/>
          </p:nvPr>
        </p:nvSpPr>
        <p:spPr/>
        <p:txBody>
          <a:bodyPr/>
          <a:lstStyle/>
          <a:p>
            <a:fld id="{67E471F2-2083-493A-8C9E-53209FFA1EC8}" type="slidenum">
              <a:rPr lang="en-IN" smtClean="0"/>
              <a:t>15</a:t>
            </a:fld>
            <a:endParaRPr lang="en-IN"/>
          </a:p>
        </p:txBody>
      </p:sp>
    </p:spTree>
    <p:extLst>
      <p:ext uri="{BB962C8B-B14F-4D97-AF65-F5344CB8AC3E}">
        <p14:creationId xmlns:p14="http://schemas.microsoft.com/office/powerpoint/2010/main" val="37506980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80228F-58ED-A8A9-83F6-417BF9E8F1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6092AC-450B-ED20-CC0E-863B8D3FB2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5D67FF-E9BF-B02A-BB9A-F8D92EE150D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648B14A-9DA2-06A7-BD4E-CC42A4DF4C5A}"/>
              </a:ext>
            </a:extLst>
          </p:cNvPr>
          <p:cNvSpPr>
            <a:spLocks noGrp="1"/>
          </p:cNvSpPr>
          <p:nvPr>
            <p:ph type="sldNum" sz="quarter" idx="10"/>
          </p:nvPr>
        </p:nvSpPr>
        <p:spPr/>
        <p:txBody>
          <a:bodyPr/>
          <a:lstStyle/>
          <a:p>
            <a:fld id="{67E471F2-2083-493A-8C9E-53209FFA1EC8}" type="slidenum">
              <a:rPr lang="en-IN" smtClean="0"/>
              <a:t>16</a:t>
            </a:fld>
            <a:endParaRPr lang="en-IN"/>
          </a:p>
        </p:txBody>
      </p:sp>
    </p:spTree>
    <p:extLst>
      <p:ext uri="{BB962C8B-B14F-4D97-AF65-F5344CB8AC3E}">
        <p14:creationId xmlns:p14="http://schemas.microsoft.com/office/powerpoint/2010/main" val="9187341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54380" y="2409444"/>
            <a:ext cx="8549640" cy="1632204"/>
          </a:xfrm>
          <a:prstGeom prst="rect">
            <a:avLst/>
          </a:prstGeom>
        </p:spPr>
        <p:txBody>
          <a:bodyPr wrap="square" lIns="0" tIns="0" rIns="0" bIns="0">
            <a:spAutoFit/>
          </a:bodyPr>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subTitle" idx="4"/>
          </p:nvPr>
        </p:nvSpPr>
        <p:spPr>
          <a:xfrm>
            <a:off x="1508760" y="4352544"/>
            <a:ext cx="7040880" cy="1943100"/>
          </a:xfrm>
          <a:prstGeom prst="rect">
            <a:avLst/>
          </a:prstGeom>
        </p:spPr>
        <p:txBody>
          <a:bodyPr wrap="square" lIns="0" tIns="0" rIns="0" bIns="0">
            <a:spAutoFit/>
          </a:bodyPr>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4/6/2026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body" idx="1"/>
          </p:nvPr>
        </p:nvSpPr>
        <p:spPr/>
        <p:txBody>
          <a:bodyPr lIns="0" tIns="0" rIns="0" bIns="0"/>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4/6/2026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sz="half" idx="2"/>
          </p:nvPr>
        </p:nvSpPr>
        <p:spPr>
          <a:xfrm>
            <a:off x="502920" y="1787652"/>
            <a:ext cx="4375404" cy="512978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180076" y="1787652"/>
            <a:ext cx="4375404" cy="512978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4/6/2026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4/6/2026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2648056" y="258722"/>
            <a:ext cx="4601366" cy="704793"/>
          </a:xfrm>
          <a:prstGeom prst="rect">
            <a:avLst/>
          </a:prstGeom>
        </p:spPr>
      </p:pic>
      <p:pic>
        <p:nvPicPr>
          <p:cNvPr id="17" name="bg object 17"/>
          <p:cNvPicPr/>
          <p:nvPr/>
        </p:nvPicPr>
        <p:blipFill>
          <a:blip r:embed="rId3" cstate="print"/>
          <a:stretch>
            <a:fillRect/>
          </a:stretch>
        </p:blipFill>
        <p:spPr>
          <a:xfrm>
            <a:off x="2530316" y="125730"/>
            <a:ext cx="4997767" cy="1045130"/>
          </a:xfrm>
          <a:prstGeom prst="rect">
            <a:avLst/>
          </a:prstGeom>
        </p:spPr>
      </p:pic>
      <p:pic>
        <p:nvPicPr>
          <p:cNvPr id="18" name="bg object 18"/>
          <p:cNvPicPr/>
          <p:nvPr/>
        </p:nvPicPr>
        <p:blipFill>
          <a:blip r:embed="rId4" cstate="print"/>
          <a:stretch>
            <a:fillRect/>
          </a:stretch>
        </p:blipFill>
        <p:spPr>
          <a:xfrm>
            <a:off x="2663904" y="251407"/>
            <a:ext cx="4577410" cy="506849"/>
          </a:xfrm>
          <a:prstGeom prst="rect">
            <a:avLst/>
          </a:prstGeom>
        </p:spPr>
      </p:pic>
      <p:sp>
        <p:nvSpPr>
          <p:cNvPr id="19" name="bg object 19"/>
          <p:cNvSpPr/>
          <p:nvPr/>
        </p:nvSpPr>
        <p:spPr>
          <a:xfrm>
            <a:off x="2718911" y="290750"/>
            <a:ext cx="4471670" cy="400685"/>
          </a:xfrm>
          <a:custGeom>
            <a:avLst/>
            <a:gdLst/>
            <a:ahLst/>
            <a:cxnLst/>
            <a:rect l="l" t="t" r="r" b="b"/>
            <a:pathLst>
              <a:path w="4471670" h="400684">
                <a:moveTo>
                  <a:pt x="4386510" y="0"/>
                </a:moveTo>
                <a:lnTo>
                  <a:pt x="84762" y="0"/>
                </a:lnTo>
                <a:lnTo>
                  <a:pt x="51758" y="5238"/>
                </a:lnTo>
                <a:lnTo>
                  <a:pt x="24831" y="19592"/>
                </a:lnTo>
                <a:lnTo>
                  <a:pt x="6705" y="40757"/>
                </a:lnTo>
                <a:lnTo>
                  <a:pt x="0" y="66741"/>
                </a:lnTo>
                <a:lnTo>
                  <a:pt x="0" y="333813"/>
                </a:lnTo>
                <a:lnTo>
                  <a:pt x="6705" y="359797"/>
                </a:lnTo>
                <a:lnTo>
                  <a:pt x="24831" y="381066"/>
                </a:lnTo>
                <a:lnTo>
                  <a:pt x="51758" y="395316"/>
                </a:lnTo>
                <a:lnTo>
                  <a:pt x="84762" y="400554"/>
                </a:lnTo>
                <a:lnTo>
                  <a:pt x="4386510" y="400554"/>
                </a:lnTo>
                <a:lnTo>
                  <a:pt x="4419514" y="395316"/>
                </a:lnTo>
                <a:lnTo>
                  <a:pt x="4446441" y="381066"/>
                </a:lnTo>
                <a:lnTo>
                  <a:pt x="4464567" y="359797"/>
                </a:lnTo>
                <a:lnTo>
                  <a:pt x="4471273" y="333813"/>
                </a:lnTo>
                <a:lnTo>
                  <a:pt x="4471273" y="66741"/>
                </a:lnTo>
                <a:lnTo>
                  <a:pt x="4464567" y="40757"/>
                </a:lnTo>
                <a:lnTo>
                  <a:pt x="4446441" y="19592"/>
                </a:lnTo>
                <a:lnTo>
                  <a:pt x="4419514" y="5238"/>
                </a:lnTo>
                <a:lnTo>
                  <a:pt x="4386510" y="0"/>
                </a:lnTo>
                <a:close/>
              </a:path>
            </a:pathLst>
          </a:custGeom>
          <a:solidFill>
            <a:srgbClr val="FF6600"/>
          </a:solidFill>
        </p:spPr>
        <p:txBody>
          <a:bodyPr wrap="square" lIns="0" tIns="0" rIns="0" bIns="0" rtlCol="0"/>
          <a:lstStyle/>
          <a:p>
            <a:endParaRPr/>
          </a:p>
        </p:txBody>
      </p:sp>
      <p:pic>
        <p:nvPicPr>
          <p:cNvPr id="20" name="bg object 20"/>
          <p:cNvPicPr/>
          <p:nvPr/>
        </p:nvPicPr>
        <p:blipFill>
          <a:blip r:embed="rId5" cstate="print"/>
          <a:stretch>
            <a:fillRect/>
          </a:stretch>
        </p:blipFill>
        <p:spPr>
          <a:xfrm>
            <a:off x="3292554" y="282840"/>
            <a:ext cx="3375117" cy="569714"/>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4/6/2026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830970" y="881554"/>
            <a:ext cx="2528570" cy="375284"/>
          </a:xfrm>
          <a:prstGeom prst="rect">
            <a:avLst/>
          </a:prstGeom>
        </p:spPr>
        <p:txBody>
          <a:bodyPr wrap="square" lIns="0" tIns="0" rIns="0" bIns="0">
            <a:spAutoFit/>
          </a:bodyPr>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body" idx="1"/>
          </p:nvPr>
        </p:nvSpPr>
        <p:spPr>
          <a:xfrm>
            <a:off x="621188" y="1409149"/>
            <a:ext cx="8949055" cy="3294379"/>
          </a:xfrm>
          <a:prstGeom prst="rect">
            <a:avLst/>
          </a:prstGeom>
        </p:spPr>
        <p:txBody>
          <a:bodyPr wrap="square" lIns="0" tIns="0" rIns="0" bIns="0">
            <a:spAutoFit/>
          </a:bodyPr>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a:xfrm>
            <a:off x="3419856" y="7228332"/>
            <a:ext cx="3218688" cy="38862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502920" y="7228332"/>
            <a:ext cx="2313432" cy="38862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4/6/2026</a:t>
            </a:fld>
            <a:endParaRPr lang="en-US"/>
          </a:p>
        </p:txBody>
      </p:sp>
      <p:sp>
        <p:nvSpPr>
          <p:cNvPr id="6" name="Holder 6"/>
          <p:cNvSpPr>
            <a:spLocks noGrp="1"/>
          </p:cNvSpPr>
          <p:nvPr>
            <p:ph type="sldNum" sz="quarter" idx="7"/>
          </p:nvPr>
        </p:nvSpPr>
        <p:spPr>
          <a:xfrm>
            <a:off x="7242048" y="7228332"/>
            <a:ext cx="2313432" cy="38862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5.xml"/><Relationship Id="rId5" Type="http://schemas.openxmlformats.org/officeDocument/2006/relationships/image" Target="../media/image8.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7.png"/><Relationship Id="rId7"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4.xml"/><Relationship Id="rId6" Type="http://schemas.openxmlformats.org/officeDocument/2006/relationships/image" Target="../media/image14.png"/><Relationship Id="rId5" Type="http://schemas.openxmlformats.org/officeDocument/2006/relationships/image" Target="../media/image6.jpg"/><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4.xml"/><Relationship Id="rId6" Type="http://schemas.openxmlformats.org/officeDocument/2006/relationships/image" Target="../media/image15.png"/><Relationship Id="rId5" Type="http://schemas.openxmlformats.org/officeDocument/2006/relationships/image" Target="../media/image6.jpg"/><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8" Type="http://schemas.openxmlformats.org/officeDocument/2006/relationships/image" Target="../media/image6.jpg"/><Relationship Id="rId3" Type="http://schemas.openxmlformats.org/officeDocument/2006/relationships/hyperlink" Target="https://docs.oracle.com/javase" TargetMode="External"/><Relationship Id="rId7" Type="http://schemas.openxmlformats.org/officeDocument/2006/relationships/image" Target="../media/image8.png"/><Relationship Id="rId2" Type="http://schemas.openxmlformats.org/officeDocument/2006/relationships/hyperlink" Target="https://dev.mysql.com/doc/" TargetMode="Externa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7.png"/><Relationship Id="rId4" Type="http://schemas.openxmlformats.org/officeDocument/2006/relationships/hyperlink" Target="https://www.w3schools.com/java/"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2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693969" y="211046"/>
            <a:ext cx="4610910" cy="628649"/>
          </a:xfrm>
          <a:prstGeom prst="rect">
            <a:avLst/>
          </a:prstGeom>
        </p:spPr>
      </p:pic>
      <p:sp>
        <p:nvSpPr>
          <p:cNvPr id="3" name="object 3"/>
          <p:cNvSpPr txBox="1">
            <a:spLocks noGrp="1"/>
          </p:cNvSpPr>
          <p:nvPr>
            <p:ph type="title"/>
          </p:nvPr>
        </p:nvSpPr>
        <p:spPr>
          <a:xfrm>
            <a:off x="1447800" y="1076308"/>
            <a:ext cx="7467599" cy="1012585"/>
          </a:xfrm>
          <a:prstGeom prst="rect">
            <a:avLst/>
          </a:prstGeom>
        </p:spPr>
        <p:txBody>
          <a:bodyPr vert="horz" wrap="square" lIns="0" tIns="11430" rIns="0" bIns="0" rtlCol="0">
            <a:spAutoFit/>
          </a:bodyPr>
          <a:lstStyle/>
          <a:p>
            <a:pPr marL="12700" algn="ctr">
              <a:lnSpc>
                <a:spcPct val="150000"/>
              </a:lnSpc>
              <a:spcBef>
                <a:spcPts val="90"/>
              </a:spcBef>
            </a:pPr>
            <a:r>
              <a:rPr lang="en-IN" sz="2400" spc="-10" dirty="0">
                <a:latin typeface="Times New Roman" panose="02020603050405020304" pitchFamily="18" charset="0"/>
                <a:cs typeface="Times New Roman" panose="02020603050405020304" pitchFamily="18" charset="0"/>
              </a:rPr>
              <a:t>Java Programming Cornerstone Project</a:t>
            </a:r>
            <a:br>
              <a:rPr lang="en-IN" sz="2200" spc="-10" dirty="0">
                <a:latin typeface="Times New Roman" panose="02020603050405020304" pitchFamily="18" charset="0"/>
                <a:cs typeface="Times New Roman" panose="02020603050405020304" pitchFamily="18" charset="0"/>
              </a:rPr>
            </a:br>
            <a:r>
              <a:rPr lang="en-IN" sz="2200" spc="-10" dirty="0">
                <a:latin typeface="Times New Roman" panose="02020603050405020304" pitchFamily="18" charset="0"/>
                <a:cs typeface="Times New Roman" panose="02020603050405020304" pitchFamily="18" charset="0"/>
              </a:rPr>
              <a:t>Final Review</a:t>
            </a:r>
            <a:endParaRPr sz="2200" spc="-10" dirty="0">
              <a:latin typeface="Times New Roman" panose="02020603050405020304" pitchFamily="18" charset="0"/>
              <a:cs typeface="Times New Roman" panose="02020603050405020304" pitchFamily="18" charset="0"/>
            </a:endParaRPr>
          </a:p>
        </p:txBody>
      </p:sp>
      <p:sp>
        <p:nvSpPr>
          <p:cNvPr id="4" name="object 4"/>
          <p:cNvSpPr txBox="1">
            <a:spLocks noGrp="1"/>
          </p:cNvSpPr>
          <p:nvPr>
            <p:ph type="body" idx="1"/>
          </p:nvPr>
        </p:nvSpPr>
        <p:spPr>
          <a:xfrm>
            <a:off x="653494" y="2514600"/>
            <a:ext cx="8751412" cy="4089581"/>
          </a:xfrm>
          <a:prstGeom prst="rect">
            <a:avLst/>
          </a:prstGeom>
        </p:spPr>
        <p:txBody>
          <a:bodyPr vert="horz" wrap="square" lIns="0" tIns="16510" rIns="0" bIns="0" rtlCol="0">
            <a:spAutoFit/>
          </a:bodyPr>
          <a:lstStyle/>
          <a:p>
            <a:pPr algn="ctr">
              <a:lnSpc>
                <a:spcPct val="100000"/>
              </a:lnSpc>
              <a:spcBef>
                <a:spcPts val="130"/>
              </a:spcBef>
            </a:pPr>
            <a:r>
              <a:rPr lang="en-IN" sz="2400"/>
              <a:t>Employee Leave </a:t>
            </a:r>
            <a:r>
              <a:rPr lang="en-IN" sz="2400" dirty="0"/>
              <a:t>Management System</a:t>
            </a:r>
          </a:p>
          <a:p>
            <a:pPr algn="ctr">
              <a:lnSpc>
                <a:spcPct val="100000"/>
              </a:lnSpc>
              <a:spcBef>
                <a:spcPts val="130"/>
              </a:spcBef>
            </a:pPr>
            <a:endParaRPr lang="en-IN" dirty="0">
              <a:solidFill>
                <a:srgbClr val="FF0000"/>
              </a:solidFill>
              <a:latin typeface="Times New Roman" panose="02020603050405020304" pitchFamily="18" charset="0"/>
              <a:cs typeface="Times New Roman" panose="02020603050405020304" pitchFamily="18" charset="0"/>
            </a:endParaRPr>
          </a:p>
          <a:p>
            <a:pPr algn="ctr">
              <a:lnSpc>
                <a:spcPct val="100000"/>
              </a:lnSpc>
              <a:spcBef>
                <a:spcPts val="130"/>
              </a:spcBef>
            </a:pPr>
            <a:r>
              <a:rPr sz="2200" dirty="0">
                <a:solidFill>
                  <a:srgbClr val="FF0000"/>
                </a:solidFill>
                <a:latin typeface="Times New Roman" panose="02020603050405020304" pitchFamily="18" charset="0"/>
                <a:cs typeface="Times New Roman" panose="02020603050405020304" pitchFamily="18" charset="0"/>
              </a:rPr>
              <a:t>Presented</a:t>
            </a:r>
            <a:r>
              <a:rPr sz="2200" spc="80" dirty="0">
                <a:solidFill>
                  <a:srgbClr val="FF0000"/>
                </a:solidFill>
                <a:latin typeface="Times New Roman" panose="02020603050405020304" pitchFamily="18" charset="0"/>
                <a:cs typeface="Times New Roman" panose="02020603050405020304" pitchFamily="18" charset="0"/>
              </a:rPr>
              <a:t> </a:t>
            </a:r>
            <a:r>
              <a:rPr sz="2200" spc="-25" dirty="0">
                <a:solidFill>
                  <a:srgbClr val="FF0000"/>
                </a:solidFill>
                <a:latin typeface="Times New Roman" panose="02020603050405020304" pitchFamily="18" charset="0"/>
                <a:cs typeface="Times New Roman" panose="02020603050405020304" pitchFamily="18" charset="0"/>
              </a:rPr>
              <a:t>by</a:t>
            </a:r>
            <a:endParaRPr lang="en-IN" sz="2200" spc="-25" dirty="0">
              <a:solidFill>
                <a:srgbClr val="FF0000"/>
              </a:solidFill>
              <a:latin typeface="Times New Roman" panose="02020603050405020304" pitchFamily="18" charset="0"/>
              <a:cs typeface="Times New Roman" panose="02020603050405020304" pitchFamily="18" charset="0"/>
            </a:endParaRPr>
          </a:p>
          <a:p>
            <a:pPr algn="ctr">
              <a:lnSpc>
                <a:spcPct val="100000"/>
              </a:lnSpc>
              <a:spcBef>
                <a:spcPts val="130"/>
              </a:spcBef>
            </a:pPr>
            <a:endParaRPr lang="en-IN" sz="900" spc="-25" dirty="0">
              <a:solidFill>
                <a:srgbClr val="FF0000"/>
              </a:solidFill>
              <a:latin typeface="Times New Roman" panose="02020603050405020304" pitchFamily="18" charset="0"/>
              <a:cs typeface="Times New Roman" panose="02020603050405020304" pitchFamily="18" charset="0"/>
            </a:endParaRPr>
          </a:p>
          <a:p>
            <a:pPr algn="ctr">
              <a:lnSpc>
                <a:spcPct val="100000"/>
              </a:lnSpc>
              <a:spcBef>
                <a:spcPts val="130"/>
              </a:spcBef>
            </a:pPr>
            <a:r>
              <a:rPr lang="en-IN" sz="2000" spc="-10" dirty="0">
                <a:solidFill>
                  <a:srgbClr val="17375E"/>
                </a:solidFill>
                <a:latin typeface="Times New Roman" panose="02020603050405020304" pitchFamily="18" charset="0"/>
                <a:cs typeface="Times New Roman" panose="02020603050405020304" pitchFamily="18" charset="0"/>
              </a:rPr>
              <a:t>N Ramya (24B11CS308)</a:t>
            </a:r>
          </a:p>
          <a:p>
            <a:pPr marL="3810" algn="ctr">
              <a:lnSpc>
                <a:spcPct val="100000"/>
              </a:lnSpc>
              <a:spcBef>
                <a:spcPts val="750"/>
              </a:spcBef>
            </a:pPr>
            <a:r>
              <a:rPr lang="en-IN" sz="2000" spc="-10" dirty="0">
                <a:solidFill>
                  <a:srgbClr val="17375E"/>
                </a:solidFill>
                <a:latin typeface="Times New Roman" panose="02020603050405020304" pitchFamily="18" charset="0"/>
                <a:cs typeface="Times New Roman" panose="02020603050405020304" pitchFamily="18" charset="0"/>
              </a:rPr>
              <a:t>T Kusuma (24B11CS435)</a:t>
            </a:r>
          </a:p>
          <a:p>
            <a:pPr marL="3810" algn="ctr">
              <a:lnSpc>
                <a:spcPct val="100000"/>
              </a:lnSpc>
              <a:spcBef>
                <a:spcPts val="750"/>
              </a:spcBef>
            </a:pPr>
            <a:r>
              <a:rPr lang="en-IN" sz="2000" spc="-10" dirty="0">
                <a:solidFill>
                  <a:srgbClr val="17375E"/>
                </a:solidFill>
                <a:latin typeface="Times New Roman" panose="02020603050405020304" pitchFamily="18" charset="0"/>
                <a:cs typeface="Times New Roman" panose="02020603050405020304" pitchFamily="18" charset="0"/>
              </a:rPr>
              <a:t>Ch Gowtham (25B21CS074)</a:t>
            </a:r>
          </a:p>
          <a:p>
            <a:pPr marL="3810" algn="ctr">
              <a:lnSpc>
                <a:spcPct val="100000"/>
              </a:lnSpc>
              <a:spcBef>
                <a:spcPts val="750"/>
              </a:spcBef>
            </a:pPr>
            <a:r>
              <a:rPr lang="en-IN" sz="2000" spc="-10" dirty="0">
                <a:solidFill>
                  <a:srgbClr val="17375E"/>
                </a:solidFill>
                <a:latin typeface="Times New Roman" panose="02020603050405020304" pitchFamily="18" charset="0"/>
                <a:cs typeface="Times New Roman" panose="02020603050405020304" pitchFamily="18" charset="0"/>
              </a:rPr>
              <a:t>P Hemanth (25B21CS016)</a:t>
            </a:r>
          </a:p>
          <a:p>
            <a:pPr marL="3810" algn="ctr">
              <a:lnSpc>
                <a:spcPct val="100000"/>
              </a:lnSpc>
              <a:spcBef>
                <a:spcPts val="750"/>
              </a:spcBef>
            </a:pPr>
            <a:endParaRPr lang="en-IN" sz="1650" spc="-10" dirty="0">
              <a:latin typeface="Times New Roman" panose="02020603050405020304" pitchFamily="18" charset="0"/>
              <a:cs typeface="Times New Roman" panose="02020603050405020304" pitchFamily="18" charset="0"/>
            </a:endParaRPr>
          </a:p>
          <a:p>
            <a:pPr marL="1270" algn="ctr">
              <a:lnSpc>
                <a:spcPct val="100000"/>
              </a:lnSpc>
              <a:spcBef>
                <a:spcPts val="994"/>
              </a:spcBef>
            </a:pPr>
            <a:r>
              <a:rPr sz="2200" dirty="0">
                <a:solidFill>
                  <a:srgbClr val="943735"/>
                </a:solidFill>
                <a:latin typeface="Times New Roman" panose="02020603050405020304" pitchFamily="18" charset="0"/>
                <a:cs typeface="Times New Roman" panose="02020603050405020304" pitchFamily="18" charset="0"/>
              </a:rPr>
              <a:t>Department</a:t>
            </a:r>
            <a:r>
              <a:rPr sz="2200" spc="-60" dirty="0">
                <a:solidFill>
                  <a:srgbClr val="943735"/>
                </a:solidFill>
                <a:latin typeface="Times New Roman" panose="02020603050405020304" pitchFamily="18" charset="0"/>
                <a:cs typeface="Times New Roman" panose="02020603050405020304" pitchFamily="18" charset="0"/>
              </a:rPr>
              <a:t> </a:t>
            </a:r>
            <a:r>
              <a:rPr sz="2200" dirty="0">
                <a:solidFill>
                  <a:srgbClr val="943735"/>
                </a:solidFill>
                <a:latin typeface="Times New Roman" panose="02020603050405020304" pitchFamily="18" charset="0"/>
                <a:cs typeface="Times New Roman" panose="02020603050405020304" pitchFamily="18" charset="0"/>
              </a:rPr>
              <a:t>o</a:t>
            </a:r>
            <a:r>
              <a:rPr lang="en-US" sz="2200" dirty="0">
                <a:solidFill>
                  <a:srgbClr val="943735"/>
                </a:solidFill>
                <a:latin typeface="Times New Roman" panose="02020603050405020304" pitchFamily="18" charset="0"/>
                <a:cs typeface="Times New Roman" panose="02020603050405020304" pitchFamily="18" charset="0"/>
              </a:rPr>
              <a:t>f Computer Science And Engineering</a:t>
            </a:r>
            <a:endParaRPr lang="en-IN" sz="2200" spc="-10" dirty="0">
              <a:solidFill>
                <a:srgbClr val="943735"/>
              </a:solidFill>
              <a:latin typeface="Times New Roman" panose="02020603050405020304" pitchFamily="18" charset="0"/>
              <a:cs typeface="Times New Roman" panose="02020603050405020304" pitchFamily="18" charset="0"/>
            </a:endParaRPr>
          </a:p>
          <a:p>
            <a:pPr marL="1270" algn="ctr">
              <a:lnSpc>
                <a:spcPct val="100000"/>
              </a:lnSpc>
              <a:spcBef>
                <a:spcPts val="994"/>
              </a:spcBef>
            </a:pPr>
            <a:endParaRPr lang="en-IN" sz="1650" spc="-10" dirty="0">
              <a:solidFill>
                <a:srgbClr val="943735"/>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290750" y="204311"/>
            <a:ext cx="1163002" cy="424338"/>
          </a:xfrm>
          <a:prstGeom prst="rect">
            <a:avLst/>
          </a:prstGeom>
        </p:spPr>
      </p:pic>
      <p:sp>
        <p:nvSpPr>
          <p:cNvPr id="4" name="object 4"/>
          <p:cNvSpPr txBox="1"/>
          <p:nvPr/>
        </p:nvSpPr>
        <p:spPr>
          <a:xfrm>
            <a:off x="1260408" y="1191211"/>
            <a:ext cx="3770980" cy="5495094"/>
          </a:xfrm>
          <a:prstGeom prst="rect">
            <a:avLst/>
          </a:prstGeom>
        </p:spPr>
        <p:txBody>
          <a:bodyPr vert="horz" wrap="square" lIns="0" tIns="16510" rIns="0" bIns="0" rtlCol="0">
            <a:spAutoFit/>
          </a:bodyPr>
          <a:lstStyle/>
          <a:p>
            <a:pPr marL="389890" indent="-377190">
              <a:lnSpc>
                <a:spcPct val="100000"/>
              </a:lnSpc>
              <a:spcBef>
                <a:spcPts val="130"/>
              </a:spcBef>
              <a:buFont typeface="Cambria"/>
              <a:buAutoNum type="arabicPeriod"/>
              <a:tabLst>
                <a:tab pos="389890" algn="l"/>
              </a:tabLst>
            </a:pPr>
            <a:r>
              <a:rPr lang="en-IN" sz="2400" spc="-10" dirty="0">
                <a:latin typeface="Times New Roman" panose="02020603050405020304" pitchFamily="18" charset="0"/>
                <a:cs typeface="Times New Roman" panose="02020603050405020304" pitchFamily="18" charset="0"/>
              </a:rPr>
              <a:t>Abstract</a:t>
            </a:r>
            <a:endParaRPr sz="2400" dirty="0">
              <a:latin typeface="Times New Roman" panose="02020603050405020304" pitchFamily="18" charset="0"/>
              <a:cs typeface="Times New Roman" panose="02020603050405020304" pitchFamily="18" charset="0"/>
            </a:endParaRPr>
          </a:p>
          <a:p>
            <a:pPr marL="389890" indent="-377190">
              <a:lnSpc>
                <a:spcPct val="100000"/>
              </a:lnSpc>
              <a:spcBef>
                <a:spcPts val="2060"/>
              </a:spcBef>
              <a:buAutoNum type="arabicPeriod"/>
              <a:tabLst>
                <a:tab pos="389890" algn="l"/>
              </a:tabLst>
            </a:pPr>
            <a:r>
              <a:rPr lang="en-IN" sz="2400" dirty="0">
                <a:latin typeface="Times New Roman" panose="02020603050405020304" pitchFamily="18" charset="0"/>
                <a:cs typeface="Times New Roman" panose="02020603050405020304" pitchFamily="18" charset="0"/>
              </a:rPr>
              <a:t>Introduction</a:t>
            </a:r>
          </a:p>
          <a:p>
            <a:pPr marL="389890" indent="-377190">
              <a:lnSpc>
                <a:spcPct val="100000"/>
              </a:lnSpc>
              <a:spcBef>
                <a:spcPts val="2060"/>
              </a:spcBef>
              <a:buAutoNum type="arabicPeriod"/>
              <a:tabLst>
                <a:tab pos="389890" algn="l"/>
              </a:tabLst>
            </a:pPr>
            <a:r>
              <a:rPr lang="en-IN" sz="2400" dirty="0">
                <a:latin typeface="Times New Roman" panose="02020603050405020304" pitchFamily="18" charset="0"/>
                <a:cs typeface="Times New Roman" panose="02020603050405020304" pitchFamily="18" charset="0"/>
              </a:rPr>
              <a:t>System Analysis</a:t>
            </a:r>
            <a:endParaRPr sz="2400" dirty="0">
              <a:latin typeface="Times New Roman" panose="02020603050405020304" pitchFamily="18" charset="0"/>
              <a:cs typeface="Times New Roman" panose="02020603050405020304" pitchFamily="18" charset="0"/>
            </a:endParaRPr>
          </a:p>
          <a:p>
            <a:pPr marL="389890" indent="-377190">
              <a:lnSpc>
                <a:spcPct val="100000"/>
              </a:lnSpc>
              <a:spcBef>
                <a:spcPts val="2060"/>
              </a:spcBef>
              <a:buAutoNum type="arabicPeriod"/>
              <a:tabLst>
                <a:tab pos="389890" algn="l"/>
              </a:tabLst>
            </a:pPr>
            <a:r>
              <a:rPr lang="en-IN" sz="2400" dirty="0">
                <a:latin typeface="Times New Roman" panose="02020603050405020304" pitchFamily="18" charset="0"/>
                <a:cs typeface="Times New Roman" panose="02020603050405020304" pitchFamily="18" charset="0"/>
              </a:rPr>
              <a:t>Database Design</a:t>
            </a:r>
          </a:p>
          <a:p>
            <a:pPr marL="389890" indent="-377190">
              <a:lnSpc>
                <a:spcPct val="100000"/>
              </a:lnSpc>
              <a:spcBef>
                <a:spcPts val="2060"/>
              </a:spcBef>
              <a:buAutoNum type="arabicPeriod"/>
              <a:tabLst>
                <a:tab pos="389890" algn="l"/>
              </a:tabLst>
            </a:pPr>
            <a:r>
              <a:rPr lang="en-IN" sz="2400" dirty="0">
                <a:latin typeface="Times New Roman" panose="02020603050405020304" pitchFamily="18" charset="0"/>
                <a:cs typeface="Times New Roman" panose="02020603050405020304" pitchFamily="18" charset="0"/>
              </a:rPr>
              <a:t>System Design</a:t>
            </a:r>
          </a:p>
          <a:p>
            <a:pPr marL="389890" indent="-377190">
              <a:lnSpc>
                <a:spcPct val="100000"/>
              </a:lnSpc>
              <a:spcBef>
                <a:spcPts val="2060"/>
              </a:spcBef>
              <a:buAutoNum type="arabicPeriod"/>
              <a:tabLst>
                <a:tab pos="389890" algn="l"/>
              </a:tabLst>
            </a:pPr>
            <a:r>
              <a:rPr lang="en-IN" sz="2400" spc="50" dirty="0">
                <a:latin typeface="Times New Roman" panose="02020603050405020304" pitchFamily="18" charset="0"/>
                <a:cs typeface="Times New Roman" panose="02020603050405020304" pitchFamily="18" charset="0"/>
              </a:rPr>
              <a:t>System Implementation</a:t>
            </a:r>
          </a:p>
          <a:p>
            <a:pPr marL="389890" indent="-377190">
              <a:spcBef>
                <a:spcPts val="2060"/>
              </a:spcBef>
              <a:buFontTx/>
              <a:buAutoNum type="arabicPeriod"/>
              <a:tabLst>
                <a:tab pos="389890" algn="l"/>
              </a:tabLst>
            </a:pPr>
            <a:r>
              <a:rPr lang="en-IN" sz="2400" spc="50" dirty="0">
                <a:latin typeface="Times New Roman" panose="02020603050405020304" pitchFamily="18" charset="0"/>
                <a:cs typeface="Times New Roman" panose="02020603050405020304" pitchFamily="18" charset="0"/>
              </a:rPr>
              <a:t>Future Enhancements</a:t>
            </a:r>
          </a:p>
          <a:p>
            <a:pPr marL="389890" indent="-377190">
              <a:spcBef>
                <a:spcPts val="2060"/>
              </a:spcBef>
              <a:buFontTx/>
              <a:buAutoNum type="arabicPeriod"/>
              <a:tabLst>
                <a:tab pos="389890" algn="l"/>
              </a:tabLst>
            </a:pPr>
            <a:r>
              <a:rPr lang="en-IN" sz="2400" spc="50" dirty="0">
                <a:latin typeface="Times New Roman" panose="02020603050405020304" pitchFamily="18" charset="0"/>
                <a:cs typeface="Times New Roman" panose="02020603050405020304" pitchFamily="18" charset="0"/>
              </a:rPr>
              <a:t>References</a:t>
            </a:r>
          </a:p>
          <a:p>
            <a:pPr marL="389890" indent="-377190">
              <a:spcBef>
                <a:spcPts val="2060"/>
              </a:spcBef>
              <a:buFontTx/>
              <a:buAutoNum type="arabicPeriod"/>
              <a:tabLst>
                <a:tab pos="389890" algn="l"/>
              </a:tabLst>
            </a:pPr>
            <a:r>
              <a:rPr lang="en-IN" sz="2400" spc="50" dirty="0">
                <a:latin typeface="Times New Roman" panose="02020603050405020304" pitchFamily="18" charset="0"/>
                <a:cs typeface="Times New Roman" panose="02020603050405020304" pitchFamily="18" charset="0"/>
              </a:rPr>
              <a:t>Conclusion</a:t>
            </a:r>
          </a:p>
        </p:txBody>
      </p:sp>
      <p:grpSp>
        <p:nvGrpSpPr>
          <p:cNvPr id="5" name="object 3"/>
          <p:cNvGrpSpPr/>
          <p:nvPr/>
        </p:nvGrpSpPr>
        <p:grpSpPr>
          <a:xfrm>
            <a:off x="2438400" y="33670"/>
            <a:ext cx="5334000" cy="1198311"/>
            <a:chOff x="2648188" y="47148"/>
            <a:chExt cx="5103904" cy="1198311"/>
          </a:xfrm>
        </p:grpSpPr>
        <p:pic>
          <p:nvPicPr>
            <p:cNvPr id="6" name="object 4"/>
            <p:cNvPicPr/>
            <p:nvPr/>
          </p:nvPicPr>
          <p:blipFill>
            <a:blip r:embed="rId3" cstate="print"/>
            <a:stretch>
              <a:fillRect/>
            </a:stretch>
          </p:blipFill>
          <p:spPr>
            <a:xfrm>
              <a:off x="2648188" y="47148"/>
              <a:ext cx="5103904" cy="1198311"/>
            </a:xfrm>
            <a:prstGeom prst="rect">
              <a:avLst/>
            </a:prstGeom>
          </p:spPr>
        </p:pic>
        <p:pic>
          <p:nvPicPr>
            <p:cNvPr id="7" name="object 5"/>
            <p:cNvPicPr/>
            <p:nvPr/>
          </p:nvPicPr>
          <p:blipFill>
            <a:blip r:embed="rId4" cstate="print"/>
            <a:stretch>
              <a:fillRect/>
            </a:stretch>
          </p:blipFill>
          <p:spPr>
            <a:xfrm>
              <a:off x="2703195" y="86439"/>
              <a:ext cx="4997767" cy="1092279"/>
            </a:xfrm>
            <a:prstGeom prst="rect">
              <a:avLst/>
            </a:prstGeom>
          </p:spPr>
        </p:pic>
        <p:pic>
          <p:nvPicPr>
            <p:cNvPr id="8" name="object 6"/>
            <p:cNvPicPr/>
            <p:nvPr/>
          </p:nvPicPr>
          <p:blipFill>
            <a:blip r:embed="rId5" cstate="print"/>
            <a:stretch>
              <a:fillRect/>
            </a:stretch>
          </p:blipFill>
          <p:spPr>
            <a:xfrm>
              <a:off x="2828925" y="243549"/>
              <a:ext cx="4585268" cy="522565"/>
            </a:xfrm>
            <a:prstGeom prst="rect">
              <a:avLst/>
            </a:prstGeom>
          </p:spPr>
        </p:pic>
        <p:sp>
          <p:nvSpPr>
            <p:cNvPr id="9"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p:cNvSpPr txBox="1">
            <a:spLocks/>
          </p:cNvSpPr>
          <p:nvPr/>
        </p:nvSpPr>
        <p:spPr>
          <a:xfrm>
            <a:off x="3604543" y="286092"/>
            <a:ext cx="2853690" cy="355225"/>
          </a:xfrm>
          <a:prstGeom prst="rect">
            <a:avLst/>
          </a:prstGeom>
        </p:spPr>
        <p:txBody>
          <a:bodyPr vert="horz" wrap="square" lIns="0" tIns="16510" rIns="0" bIns="0" rtlCol="0">
            <a:spAutoFit/>
          </a:bodyPr>
          <a:lstStyle>
            <a:lvl1pPr>
              <a:defRPr>
                <a:latin typeface="+mj-lt"/>
                <a:ea typeface="+mj-ea"/>
                <a:cs typeface="+mj-cs"/>
              </a:defRPr>
            </a:lvl1pPr>
          </a:lstStyle>
          <a:p>
            <a:pPr marL="12700" algn="ctr">
              <a:spcBef>
                <a:spcPts val="130"/>
              </a:spcBef>
            </a:pPr>
            <a:r>
              <a:rPr lang="en-IN" sz="2200" b="1" dirty="0">
                <a:solidFill>
                  <a:schemeClr val="bg1"/>
                </a:solidFill>
                <a:latin typeface="Times New Roman" panose="02020603050405020304" pitchFamily="18" charset="0"/>
                <a:cs typeface="Times New Roman" panose="02020603050405020304" pitchFamily="18" charset="0"/>
              </a:rPr>
              <a:t>Presentation Outline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 name="object 3"/>
          <p:cNvGrpSpPr/>
          <p:nvPr/>
        </p:nvGrpSpPr>
        <p:grpSpPr>
          <a:xfrm>
            <a:off x="2667000" y="53695"/>
            <a:ext cx="5103904" cy="1198311"/>
            <a:chOff x="2648188" y="47148"/>
            <a:chExt cx="5103904" cy="1198311"/>
          </a:xfrm>
        </p:grpSpPr>
        <p:pic>
          <p:nvPicPr>
            <p:cNvPr id="4" name="object 4"/>
            <p:cNvPicPr/>
            <p:nvPr/>
          </p:nvPicPr>
          <p:blipFill>
            <a:blip r:embed="rId2" cstate="print"/>
            <a:stretch>
              <a:fillRect/>
            </a:stretch>
          </p:blipFill>
          <p:spPr>
            <a:xfrm>
              <a:off x="2648188" y="47148"/>
              <a:ext cx="5103904" cy="1198311"/>
            </a:xfrm>
            <a:prstGeom prst="rect">
              <a:avLst/>
            </a:prstGeom>
          </p:spPr>
        </p:pic>
        <p:pic>
          <p:nvPicPr>
            <p:cNvPr id="5" name="object 5"/>
            <p:cNvPicPr/>
            <p:nvPr/>
          </p:nvPicPr>
          <p:blipFill>
            <a:blip r:embed="rId3" cstate="print"/>
            <a:stretch>
              <a:fillRect/>
            </a:stretch>
          </p:blipFill>
          <p:spPr>
            <a:xfrm>
              <a:off x="2703195" y="86439"/>
              <a:ext cx="4997767" cy="1092279"/>
            </a:xfrm>
            <a:prstGeom prst="rect">
              <a:avLst/>
            </a:prstGeom>
          </p:spPr>
        </p:pic>
        <p:pic>
          <p:nvPicPr>
            <p:cNvPr id="6" name="object 6"/>
            <p:cNvPicPr/>
            <p:nvPr/>
          </p:nvPicPr>
          <p:blipFill>
            <a:blip r:embed="rId4" cstate="print"/>
            <a:stretch>
              <a:fillRect/>
            </a:stretch>
          </p:blipFill>
          <p:spPr>
            <a:xfrm>
              <a:off x="2828925" y="243549"/>
              <a:ext cx="4585268" cy="522565"/>
            </a:xfrm>
            <a:prstGeom prst="rect">
              <a:avLst/>
            </a:prstGeom>
          </p:spPr>
        </p:pic>
        <p:sp>
          <p:nvSpPr>
            <p:cNvPr id="7"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9" name="object 9"/>
          <p:cNvSpPr txBox="1">
            <a:spLocks noGrp="1"/>
          </p:cNvSpPr>
          <p:nvPr>
            <p:ph type="title"/>
          </p:nvPr>
        </p:nvSpPr>
        <p:spPr>
          <a:xfrm>
            <a:off x="4343400" y="325191"/>
            <a:ext cx="2167890" cy="327660"/>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ABSTRACT</a:t>
            </a:r>
          </a:p>
        </p:txBody>
      </p:sp>
      <p:pic>
        <p:nvPicPr>
          <p:cNvPr id="10" name="object 3">
            <a:extLst>
              <a:ext uri="{FF2B5EF4-FFF2-40B4-BE49-F238E27FC236}">
                <a16:creationId xmlns:a16="http://schemas.microsoft.com/office/drawing/2014/main" id="{1B5A0518-1CDA-CA94-327E-0995E9EC2B84}"/>
              </a:ext>
            </a:extLst>
          </p:cNvPr>
          <p:cNvPicPr/>
          <p:nvPr/>
        </p:nvPicPr>
        <p:blipFill>
          <a:blip r:embed="rId5" cstate="print"/>
          <a:stretch>
            <a:fillRect/>
          </a:stretch>
        </p:blipFill>
        <p:spPr>
          <a:xfrm>
            <a:off x="290750" y="204311"/>
            <a:ext cx="1163002" cy="424338"/>
          </a:xfrm>
          <a:prstGeom prst="rect">
            <a:avLst/>
          </a:prstGeom>
        </p:spPr>
      </p:pic>
      <p:sp>
        <p:nvSpPr>
          <p:cNvPr id="13" name="TextBox 12">
            <a:extLst>
              <a:ext uri="{FF2B5EF4-FFF2-40B4-BE49-F238E27FC236}">
                <a16:creationId xmlns:a16="http://schemas.microsoft.com/office/drawing/2014/main" id="{F71F55BA-986F-654A-5E2D-6EB3BA46572D}"/>
              </a:ext>
            </a:extLst>
          </p:cNvPr>
          <p:cNvSpPr txBox="1"/>
          <p:nvPr/>
        </p:nvSpPr>
        <p:spPr>
          <a:xfrm>
            <a:off x="723900" y="1185265"/>
            <a:ext cx="8610600" cy="5340308"/>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 The</a:t>
            </a:r>
            <a:r>
              <a:rPr lang="en-US" sz="2400" dirty="0">
                <a:latin typeface="Times New Roman" panose="02020603050405020304" pitchFamily="18" charset="0"/>
                <a:cs typeface="Times New Roman" panose="02020603050405020304" pitchFamily="18" charset="0"/>
              </a:rPr>
              <a:t> Employee Leave Management System (ELMS) is a Java-based application designed to efficiently manage employee leave records within an organization</a:t>
            </a:r>
            <a:r>
              <a:rPr lang="en-US" sz="2200" dirty="0"/>
              <a:t>.</a:t>
            </a:r>
            <a:endParaRPr lang="en-US" sz="2200" dirty="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system provides functionalities such as applying for leave, approving or rejecting leave requests, tracking leave balances, and viewing leave history, thereby reducing manual effort and paperwork</a:t>
            </a:r>
            <a:r>
              <a:rPr lang="en-US" sz="2200" dirty="0"/>
              <a:t>.</a:t>
            </a:r>
            <a:endParaRPr lang="en-US" sz="2200" dirty="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ELMS improve accuracy, transparency, and accessibility of leave-related data by using a structured and centralized approach</a:t>
            </a:r>
            <a:r>
              <a:rPr lang="en-US" sz="2400" dirty="0"/>
              <a:t>.</a:t>
            </a:r>
            <a:endParaRPr lang="en-US" sz="2200" dirty="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a:t>
            </a:r>
            <a:r>
              <a:rPr lang="en-US" sz="2400" dirty="0"/>
              <a:t> </a:t>
            </a:r>
            <a:r>
              <a:rPr lang="en-US" sz="2200" dirty="0">
                <a:latin typeface="Times New Roman" panose="02020603050405020304" pitchFamily="18" charset="0"/>
                <a:cs typeface="Times New Roman" panose="02020603050405020304" pitchFamily="18" charset="0"/>
              </a:rPr>
              <a:t>application will be developed using core Java concepts and database connectivity for secure and persistent data storage..</a:t>
            </a:r>
            <a:endParaRPr lang="en-IN" sz="2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2B9EFFBF-7726-ED21-BD6C-4021B49E4438}"/>
              </a:ext>
            </a:extLst>
          </p:cNvPr>
          <p:cNvGrpSpPr/>
          <p:nvPr/>
        </p:nvGrpSpPr>
        <p:grpSpPr>
          <a:xfrm>
            <a:off x="2667000" y="85008"/>
            <a:ext cx="5103904" cy="1198311"/>
            <a:chOff x="2648188" y="47148"/>
            <a:chExt cx="5103904" cy="1198311"/>
          </a:xfrm>
        </p:grpSpPr>
        <p:pic>
          <p:nvPicPr>
            <p:cNvPr id="5" name="object 4">
              <a:extLst>
                <a:ext uri="{FF2B5EF4-FFF2-40B4-BE49-F238E27FC236}">
                  <a16:creationId xmlns:a16="http://schemas.microsoft.com/office/drawing/2014/main" id="{5359EAE0-4827-E1C6-F87E-DCB8892B4005}"/>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F4EE5AF0-F0A0-481E-EB59-2A06E92AC7E1}"/>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5FC53D65-7751-C01A-F243-C971B8A54510}"/>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92DCFA7B-7796-4FFE-22C4-D8D11B1128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a:extLst>
              <a:ext uri="{FF2B5EF4-FFF2-40B4-BE49-F238E27FC236}">
                <a16:creationId xmlns:a16="http://schemas.microsoft.com/office/drawing/2014/main" id="{D80E80D0-6F89-D49C-8F71-3B704975761E}"/>
              </a:ext>
            </a:extLst>
          </p:cNvPr>
          <p:cNvSpPr txBox="1"/>
          <p:nvPr/>
        </p:nvSpPr>
        <p:spPr>
          <a:xfrm>
            <a:off x="3954952" y="344896"/>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INTRODUCTION</a:t>
            </a:r>
          </a:p>
        </p:txBody>
      </p:sp>
      <p:pic>
        <p:nvPicPr>
          <p:cNvPr id="17" name="object 3">
            <a:extLst>
              <a:ext uri="{FF2B5EF4-FFF2-40B4-BE49-F238E27FC236}">
                <a16:creationId xmlns:a16="http://schemas.microsoft.com/office/drawing/2014/main" id="{EED75953-77B8-EB79-983F-0DFB76BE35E9}"/>
              </a:ext>
            </a:extLst>
          </p:cNvPr>
          <p:cNvPicPr/>
          <p:nvPr/>
        </p:nvPicPr>
        <p:blipFill>
          <a:blip r:embed="rId5" cstate="print"/>
          <a:stretch>
            <a:fillRect/>
          </a:stretch>
        </p:blipFill>
        <p:spPr>
          <a:xfrm>
            <a:off x="290750" y="204311"/>
            <a:ext cx="1163002" cy="424338"/>
          </a:xfrm>
          <a:prstGeom prst="rect">
            <a:avLst/>
          </a:prstGeom>
        </p:spPr>
      </p:pic>
      <p:sp>
        <p:nvSpPr>
          <p:cNvPr id="2" name="TextBox 1">
            <a:extLst>
              <a:ext uri="{FF2B5EF4-FFF2-40B4-BE49-F238E27FC236}">
                <a16:creationId xmlns:a16="http://schemas.microsoft.com/office/drawing/2014/main" id="{25851B59-AD5A-81AD-7D42-C1CD5E589B58}"/>
              </a:ext>
            </a:extLst>
          </p:cNvPr>
          <p:cNvSpPr txBox="1"/>
          <p:nvPr/>
        </p:nvSpPr>
        <p:spPr>
          <a:xfrm>
            <a:off x="723900" y="1437175"/>
            <a:ext cx="8610600" cy="5617692"/>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Employee Leave Management System (ELMS) is a software application developed to automate and manage the leave process of employees in an organization. In traditional systems, leave management is handled manually, which often leads to errors, data loss, and delays in processing requests. ELMS overcomes these issues by providing a digital and systematic approach.</a:t>
            </a:r>
          </a:p>
          <a:p>
            <a:pPr marL="342900" indent="-342900" algn="just">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system allows employees to apply for leave, check their leave balance, and view their leave history. At the same time, administrators or managers can review leave requests and approve or reject them efficiently. This ensures proper communication and transparency between employees and management.</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67892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2B9EFFBF-7726-ED21-BD6C-4021B49E4438}"/>
              </a:ext>
            </a:extLst>
          </p:cNvPr>
          <p:cNvGrpSpPr/>
          <p:nvPr/>
        </p:nvGrpSpPr>
        <p:grpSpPr>
          <a:xfrm>
            <a:off x="2667000" y="85008"/>
            <a:ext cx="5103904" cy="1198311"/>
            <a:chOff x="2648188" y="47148"/>
            <a:chExt cx="5103904" cy="1198311"/>
          </a:xfrm>
        </p:grpSpPr>
        <p:pic>
          <p:nvPicPr>
            <p:cNvPr id="5" name="object 4">
              <a:extLst>
                <a:ext uri="{FF2B5EF4-FFF2-40B4-BE49-F238E27FC236}">
                  <a16:creationId xmlns:a16="http://schemas.microsoft.com/office/drawing/2014/main" id="{5359EAE0-4827-E1C6-F87E-DCB8892B4005}"/>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F4EE5AF0-F0A0-481E-EB59-2A06E92AC7E1}"/>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5FC53D65-7751-C01A-F243-C971B8A54510}"/>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92DCFA7B-7796-4FFE-22C4-D8D11B1128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a:extLst>
              <a:ext uri="{FF2B5EF4-FFF2-40B4-BE49-F238E27FC236}">
                <a16:creationId xmlns:a16="http://schemas.microsoft.com/office/drawing/2014/main" id="{D80E80D0-6F89-D49C-8F71-3B704975761E}"/>
              </a:ext>
            </a:extLst>
          </p:cNvPr>
          <p:cNvSpPr txBox="1"/>
          <p:nvPr/>
        </p:nvSpPr>
        <p:spPr>
          <a:xfrm>
            <a:off x="3917781" y="332823"/>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SYSTEM ANALYSIS</a:t>
            </a:r>
          </a:p>
        </p:txBody>
      </p:sp>
      <p:sp>
        <p:nvSpPr>
          <p:cNvPr id="16" name="TextBox 15">
            <a:extLst>
              <a:ext uri="{FF2B5EF4-FFF2-40B4-BE49-F238E27FC236}">
                <a16:creationId xmlns:a16="http://schemas.microsoft.com/office/drawing/2014/main" id="{85EA2366-D5A3-7AD8-E7B4-472C3227ADC8}"/>
              </a:ext>
            </a:extLst>
          </p:cNvPr>
          <p:cNvSpPr txBox="1"/>
          <p:nvPr/>
        </p:nvSpPr>
        <p:spPr>
          <a:xfrm>
            <a:off x="762000" y="1322610"/>
            <a:ext cx="8534400" cy="5792420"/>
          </a:xfrm>
          <a:prstGeom prst="rect">
            <a:avLst/>
          </a:prstGeom>
          <a:noFill/>
        </p:spPr>
        <p:txBody>
          <a:bodyPr wrap="square" rtlCol="0">
            <a:spAutoFit/>
          </a:bodyPr>
          <a:lstStyle/>
          <a:p>
            <a:pPr algn="just">
              <a:spcBef>
                <a:spcPts val="1200"/>
              </a:spcBef>
            </a:pPr>
            <a:r>
              <a:rPr lang="en-US" sz="2400" b="1" dirty="0">
                <a:latin typeface="Times New Roman" panose="02020603050405020304" pitchFamily="18" charset="0"/>
                <a:cs typeface="Times New Roman" panose="02020603050405020304" pitchFamily="18" charset="0"/>
              </a:rPr>
              <a:t>Functional Requirements:</a:t>
            </a:r>
          </a:p>
          <a:p>
            <a:pPr marL="285750" lvl="2" indent="-285750" algn="just">
              <a:lnSpc>
                <a:spcPct val="150000"/>
              </a:lnSpc>
              <a:spcBef>
                <a:spcPts val="1200"/>
              </a:spcBef>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system allows employees to apply for leave by entering details such as leave type, start date, end date, and reason.</a:t>
            </a:r>
          </a:p>
          <a:p>
            <a:pPr marL="285750" lvl="2" indent="-285750" algn="just">
              <a:lnSpc>
                <a:spcPct val="150000"/>
              </a:lnSpc>
              <a:spcBef>
                <a:spcPts val="1200"/>
              </a:spcBef>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It provides functionality for managers or administrators to approve or reject leave requests with appropriate remarks.</a:t>
            </a:r>
          </a:p>
          <a:p>
            <a:pPr marL="285750" lvl="2" indent="-285750" algn="just">
              <a:lnSpc>
                <a:spcPct val="150000"/>
              </a:lnSpc>
              <a:spcBef>
                <a:spcPts val="1200"/>
              </a:spcBef>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system maintains and updates employee leave balances automatically after each approved leave.</a:t>
            </a:r>
          </a:p>
          <a:p>
            <a:pPr marL="285750" lvl="2" indent="-285750" algn="just">
              <a:lnSpc>
                <a:spcPct val="150000"/>
              </a:lnSpc>
              <a:spcBef>
                <a:spcPts val="1200"/>
              </a:spcBef>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Employees can view their leave status and leave history at any time.</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Authorized users can manage employee details and monitor all leave records efficiently.</a:t>
            </a:r>
          </a:p>
          <a:p>
            <a:pPr marL="285750" lvl="2" indent="-285750" algn="just">
              <a:lnSpc>
                <a:spcPct val="150000"/>
              </a:lnSpc>
              <a:spcBef>
                <a:spcPts val="1200"/>
              </a:spcBef>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system supports searching leave records using Employee ID or Name.</a:t>
            </a:r>
          </a:p>
        </p:txBody>
      </p:sp>
      <p:pic>
        <p:nvPicPr>
          <p:cNvPr id="17" name="object 3">
            <a:extLst>
              <a:ext uri="{FF2B5EF4-FFF2-40B4-BE49-F238E27FC236}">
                <a16:creationId xmlns:a16="http://schemas.microsoft.com/office/drawing/2014/main" id="{EED75953-77B8-EB79-983F-0DFB76BE35E9}"/>
              </a:ext>
            </a:extLst>
          </p:cNvPr>
          <p:cNvPicPr/>
          <p:nvPr/>
        </p:nvPicPr>
        <p:blipFill>
          <a:blip r:embed="rId5"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42738356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2B9EFFBF-7726-ED21-BD6C-4021B49E4438}"/>
              </a:ext>
            </a:extLst>
          </p:cNvPr>
          <p:cNvGrpSpPr/>
          <p:nvPr/>
        </p:nvGrpSpPr>
        <p:grpSpPr>
          <a:xfrm>
            <a:off x="2667000" y="85008"/>
            <a:ext cx="5103904" cy="1198311"/>
            <a:chOff x="2648188" y="47148"/>
            <a:chExt cx="5103904" cy="1198311"/>
          </a:xfrm>
        </p:grpSpPr>
        <p:pic>
          <p:nvPicPr>
            <p:cNvPr id="5" name="object 4">
              <a:extLst>
                <a:ext uri="{FF2B5EF4-FFF2-40B4-BE49-F238E27FC236}">
                  <a16:creationId xmlns:a16="http://schemas.microsoft.com/office/drawing/2014/main" id="{5359EAE0-4827-E1C6-F87E-DCB8892B4005}"/>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F4EE5AF0-F0A0-481E-EB59-2A06E92AC7E1}"/>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5FC53D65-7751-C01A-F243-C971B8A54510}"/>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92DCFA7B-7796-4FFE-22C4-D8D11B1128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a:extLst>
              <a:ext uri="{FF2B5EF4-FFF2-40B4-BE49-F238E27FC236}">
                <a16:creationId xmlns:a16="http://schemas.microsoft.com/office/drawing/2014/main" id="{D80E80D0-6F89-D49C-8F71-3B704975761E}"/>
              </a:ext>
            </a:extLst>
          </p:cNvPr>
          <p:cNvSpPr txBox="1"/>
          <p:nvPr/>
        </p:nvSpPr>
        <p:spPr>
          <a:xfrm>
            <a:off x="3810000" y="342558"/>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SYSTEM ANALYSIS</a:t>
            </a:r>
          </a:p>
        </p:txBody>
      </p:sp>
      <p:sp>
        <p:nvSpPr>
          <p:cNvPr id="16" name="TextBox 15">
            <a:extLst>
              <a:ext uri="{FF2B5EF4-FFF2-40B4-BE49-F238E27FC236}">
                <a16:creationId xmlns:a16="http://schemas.microsoft.com/office/drawing/2014/main" id="{85EA2366-D5A3-7AD8-E7B4-472C3227ADC8}"/>
              </a:ext>
            </a:extLst>
          </p:cNvPr>
          <p:cNvSpPr txBox="1"/>
          <p:nvPr/>
        </p:nvSpPr>
        <p:spPr>
          <a:xfrm>
            <a:off x="987471" y="1053128"/>
            <a:ext cx="8305800" cy="6379439"/>
          </a:xfrm>
          <a:prstGeom prst="rect">
            <a:avLst/>
          </a:prstGeom>
          <a:noFill/>
        </p:spPr>
        <p:txBody>
          <a:bodyPr wrap="square" rtlCol="0">
            <a:spAutoFit/>
          </a:bodyPr>
          <a:lstStyle/>
          <a:p>
            <a:pPr>
              <a:lnSpc>
                <a:spcPct val="150000"/>
              </a:lnSpc>
            </a:pPr>
            <a:r>
              <a:rPr lang="en-IN" sz="2200" b="1" dirty="0">
                <a:latin typeface="Times New Roman" panose="02020603050405020304" pitchFamily="18" charset="0"/>
                <a:cs typeface="Times New Roman" panose="02020603050405020304" pitchFamily="18" charset="0"/>
              </a:rPr>
              <a:t>Hardware Requirements</a:t>
            </a:r>
          </a:p>
          <a:p>
            <a:pPr marL="285750" indent="-285750">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Processor: Intel i3 or above</a:t>
            </a:r>
          </a:p>
          <a:p>
            <a:pPr marL="285750" indent="-285750">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RAM: Minimum 4 GB</a:t>
            </a:r>
          </a:p>
          <a:p>
            <a:pPr marL="285750" indent="-285750">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Storage: 20 GB</a:t>
            </a:r>
          </a:p>
          <a:p>
            <a:pPr marL="285750" indent="-28575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Input Devices: Keyboard, Mouse</a:t>
            </a:r>
          </a:p>
          <a:p>
            <a:pPr marL="285750" indent="-28575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Output Device: Monitor</a:t>
            </a:r>
          </a:p>
          <a:p>
            <a:pPr>
              <a:lnSpc>
                <a:spcPct val="150000"/>
              </a:lnSpc>
            </a:pPr>
            <a:endParaRPr lang="en-IN" sz="1100" dirty="0">
              <a:latin typeface="Times New Roman" panose="02020603050405020304" pitchFamily="18" charset="0"/>
              <a:cs typeface="Times New Roman" panose="02020603050405020304" pitchFamily="18" charset="0"/>
            </a:endParaRPr>
          </a:p>
          <a:p>
            <a:pPr>
              <a:lnSpc>
                <a:spcPct val="150000"/>
              </a:lnSpc>
            </a:pPr>
            <a:r>
              <a:rPr lang="en-IN" sz="2200" b="1" dirty="0">
                <a:latin typeface="Times New Roman" panose="02020603050405020304" pitchFamily="18" charset="0"/>
                <a:cs typeface="Times New Roman" panose="02020603050405020304" pitchFamily="18" charset="0"/>
              </a:rPr>
              <a:t>Software Requirements</a:t>
            </a:r>
          </a:p>
          <a:p>
            <a:pPr marL="285750" indent="-285750" algn="just">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Operating System: Windows </a:t>
            </a:r>
          </a:p>
          <a:p>
            <a:pPr marL="285750" indent="-285750" algn="just">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Programming Language: Java (JDK 8 or above)</a:t>
            </a:r>
          </a:p>
          <a:p>
            <a:pPr marL="285750" indent="-285750" algn="just">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IDE: VS </a:t>
            </a:r>
            <a:r>
              <a:rPr lang="en-IN" sz="2200">
                <a:latin typeface="Times New Roman" panose="02020603050405020304" pitchFamily="18" charset="0"/>
                <a:cs typeface="Times New Roman" panose="02020603050405020304" pitchFamily="18" charset="0"/>
              </a:rPr>
              <a:t>Code </a:t>
            </a:r>
            <a:endParaRPr lang="en-IN" sz="2200"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Database: MySQL / SQLite</a:t>
            </a:r>
          </a:p>
          <a:p>
            <a:pPr marL="285750" indent="-285750" algn="just">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GitHub (for version control)</a:t>
            </a:r>
          </a:p>
        </p:txBody>
      </p:sp>
      <p:pic>
        <p:nvPicPr>
          <p:cNvPr id="17" name="object 3">
            <a:extLst>
              <a:ext uri="{FF2B5EF4-FFF2-40B4-BE49-F238E27FC236}">
                <a16:creationId xmlns:a16="http://schemas.microsoft.com/office/drawing/2014/main" id="{EED75953-77B8-EB79-983F-0DFB76BE35E9}"/>
              </a:ext>
            </a:extLst>
          </p:cNvPr>
          <p:cNvPicPr/>
          <p:nvPr/>
        </p:nvPicPr>
        <p:blipFill>
          <a:blip r:embed="rId5"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22720524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3C03A-992A-CEAD-5FB8-686527824E66}"/>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EA7C8F04-95CA-C1E0-BFA2-4BFACD89E6B8}"/>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B989C992-155F-6A68-0B08-3B39FFBAA62F}"/>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D031E1F9-FB82-922E-C796-97077F94E70F}"/>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8EAA2CC3-9696-811E-B5BE-5C1848177706}"/>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F65D09F8-C17C-F03E-88B8-4942A39F2099}"/>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65154CDE-FB1D-92DB-77E9-9CDAB77B8835}"/>
              </a:ext>
            </a:extLst>
          </p:cNvPr>
          <p:cNvSpPr txBox="1">
            <a:spLocks noGrp="1"/>
          </p:cNvSpPr>
          <p:nvPr>
            <p:ph type="title"/>
          </p:nvPr>
        </p:nvSpPr>
        <p:spPr>
          <a:xfrm>
            <a:off x="4045472" y="425171"/>
            <a:ext cx="2303145"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Database Design</a:t>
            </a:r>
          </a:p>
        </p:txBody>
      </p:sp>
      <p:pic>
        <p:nvPicPr>
          <p:cNvPr id="11" name="object 3">
            <a:extLst>
              <a:ext uri="{FF2B5EF4-FFF2-40B4-BE49-F238E27FC236}">
                <a16:creationId xmlns:a16="http://schemas.microsoft.com/office/drawing/2014/main" id="{5E89CD20-90CB-480C-A4EB-EC7405BED441}"/>
              </a:ext>
            </a:extLst>
          </p:cNvPr>
          <p:cNvPicPr/>
          <p:nvPr/>
        </p:nvPicPr>
        <p:blipFill>
          <a:blip r:embed="rId6" cstate="print"/>
          <a:stretch>
            <a:fillRect/>
          </a:stretch>
        </p:blipFill>
        <p:spPr>
          <a:xfrm>
            <a:off x="290750" y="204311"/>
            <a:ext cx="1163002" cy="424338"/>
          </a:xfrm>
          <a:prstGeom prst="rect">
            <a:avLst/>
          </a:prstGeom>
        </p:spPr>
      </p:pic>
      <p:sp>
        <p:nvSpPr>
          <p:cNvPr id="12" name="TextBox 11">
            <a:extLst>
              <a:ext uri="{FF2B5EF4-FFF2-40B4-BE49-F238E27FC236}">
                <a16:creationId xmlns:a16="http://schemas.microsoft.com/office/drawing/2014/main" id="{4CDD3B24-C6E3-C570-0D11-D85BD4A44819}"/>
              </a:ext>
            </a:extLst>
          </p:cNvPr>
          <p:cNvSpPr txBox="1"/>
          <p:nvPr/>
        </p:nvSpPr>
        <p:spPr>
          <a:xfrm>
            <a:off x="459209" y="1538820"/>
            <a:ext cx="9475671" cy="6170920"/>
          </a:xfrm>
          <a:prstGeom prst="rect">
            <a:avLst/>
          </a:prstGeom>
          <a:noFill/>
        </p:spPr>
        <p:txBody>
          <a:bodyPr wrap="square" rtlCol="0">
            <a:spAutoFit/>
          </a:bodyPr>
          <a:lstStyle/>
          <a:p>
            <a:pPr marL="285750" lvl="2" indent="-285750" algn="just">
              <a:lnSpc>
                <a:spcPct val="150000"/>
              </a:lnSpc>
              <a:spcBef>
                <a:spcPts val="1200"/>
              </a:spcBef>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system uses a relational database to store employee and leave information.</a:t>
            </a:r>
          </a:p>
          <a:p>
            <a:pPr marL="285750" lvl="2" indent="-285750" algn="just">
              <a:lnSpc>
                <a:spcPct val="150000"/>
              </a:lnSpc>
              <a:spcBef>
                <a:spcPts val="1200"/>
              </a:spcBef>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It consists of  main tables:</a:t>
            </a:r>
          </a:p>
          <a:p>
            <a:pPr marL="1349375" lvl="3" indent="-374650" algn="just">
              <a:lnSpc>
                <a:spcPct val="150000"/>
              </a:lnSpc>
              <a:spcBef>
                <a:spcPts val="1200"/>
              </a:spcBef>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Employee Table</a:t>
            </a:r>
          </a:p>
          <a:p>
            <a:pPr marL="1349375" lvl="3" indent="-374650" algn="just">
              <a:lnSpc>
                <a:spcPct val="150000"/>
              </a:lnSpc>
              <a:spcBef>
                <a:spcPts val="1200"/>
              </a:spcBef>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Leave type table </a:t>
            </a:r>
          </a:p>
          <a:p>
            <a:pPr marL="1349375" lvl="3" indent="-374650" algn="just">
              <a:lnSpc>
                <a:spcPct val="150000"/>
              </a:lnSpc>
              <a:spcBef>
                <a:spcPts val="1200"/>
              </a:spcBef>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Leave request table</a:t>
            </a:r>
          </a:p>
          <a:p>
            <a:pPr marL="1349375" lvl="3" indent="-374650" algn="just">
              <a:lnSpc>
                <a:spcPct val="150000"/>
              </a:lnSpc>
              <a:spcBef>
                <a:spcPts val="1200"/>
              </a:spcBef>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Leave approval Table</a:t>
            </a:r>
          </a:p>
          <a:p>
            <a:pPr marL="285750" lvl="2" indent="-285750" algn="just">
              <a:lnSpc>
                <a:spcPct val="150000"/>
              </a:lnSpc>
              <a:spcBef>
                <a:spcPts val="1200"/>
              </a:spcBef>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design helps in reducing data redundancy and improving data organization.</a:t>
            </a:r>
          </a:p>
          <a:p>
            <a:pPr marL="285750" lvl="2" indent="-285750" algn="just">
              <a:lnSpc>
                <a:spcPct val="150000"/>
              </a:lnSpc>
              <a:spcBef>
                <a:spcPts val="1200"/>
              </a:spcBef>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Each employee is linked to a department using a foreign key relationship.</a:t>
            </a:r>
          </a:p>
          <a:p>
            <a:pPr marL="285750" lvl="2" indent="-285750" algn="just">
              <a:lnSpc>
                <a:spcPct val="150000"/>
              </a:lnSpc>
              <a:spcBef>
                <a:spcPts val="1200"/>
              </a:spcBef>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database ensures data integrity using primary keys and constraints. </a:t>
            </a:r>
          </a:p>
          <a:p>
            <a:endParaRPr lang="en-IN" dirty="0"/>
          </a:p>
        </p:txBody>
      </p:sp>
    </p:spTree>
    <p:extLst>
      <p:ext uri="{BB962C8B-B14F-4D97-AF65-F5344CB8AC3E}">
        <p14:creationId xmlns:p14="http://schemas.microsoft.com/office/powerpoint/2010/main" val="8918289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E440B4-B462-F22D-0950-B6710CF9EA51}"/>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D4A9BBA5-9A38-1657-0653-14EC0D3B9CE4}"/>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6656BA03-D3A4-CDEA-202C-38C81F635B72}"/>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4C109C39-054A-E81F-70B9-386F94A44C3C}"/>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1533A0EA-DA31-1EB6-ADF3-083AD01A4E88}"/>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0E8E014C-4F7F-C10B-D153-7578A6AE5643}"/>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E5ECF7B6-4D35-5116-1FBA-A710C58C5A84}"/>
              </a:ext>
            </a:extLst>
          </p:cNvPr>
          <p:cNvSpPr txBox="1">
            <a:spLocks noGrp="1"/>
          </p:cNvSpPr>
          <p:nvPr>
            <p:ph type="title"/>
          </p:nvPr>
        </p:nvSpPr>
        <p:spPr>
          <a:xfrm>
            <a:off x="4045472" y="425171"/>
            <a:ext cx="2303145"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Database Design</a:t>
            </a:r>
          </a:p>
        </p:txBody>
      </p:sp>
      <p:pic>
        <p:nvPicPr>
          <p:cNvPr id="11" name="object 3">
            <a:extLst>
              <a:ext uri="{FF2B5EF4-FFF2-40B4-BE49-F238E27FC236}">
                <a16:creationId xmlns:a16="http://schemas.microsoft.com/office/drawing/2014/main" id="{98FBF8DD-4922-6047-5E1A-EAFBB22DFB9B}"/>
              </a:ext>
            </a:extLst>
          </p:cNvPr>
          <p:cNvPicPr/>
          <p:nvPr/>
        </p:nvPicPr>
        <p:blipFill>
          <a:blip r:embed="rId6" cstate="print"/>
          <a:stretch>
            <a:fillRect/>
          </a:stretch>
        </p:blipFill>
        <p:spPr>
          <a:xfrm>
            <a:off x="290750" y="204311"/>
            <a:ext cx="1163002" cy="424338"/>
          </a:xfrm>
          <a:prstGeom prst="rect">
            <a:avLst/>
          </a:prstGeom>
        </p:spPr>
      </p:pic>
      <p:sp>
        <p:nvSpPr>
          <p:cNvPr id="12" name="TextBox 11">
            <a:extLst>
              <a:ext uri="{FF2B5EF4-FFF2-40B4-BE49-F238E27FC236}">
                <a16:creationId xmlns:a16="http://schemas.microsoft.com/office/drawing/2014/main" id="{DB0D226A-4905-9A23-644C-CE3991C38936}"/>
              </a:ext>
            </a:extLst>
          </p:cNvPr>
          <p:cNvSpPr txBox="1"/>
          <p:nvPr/>
        </p:nvSpPr>
        <p:spPr>
          <a:xfrm>
            <a:off x="533400" y="2005523"/>
            <a:ext cx="8366948" cy="646331"/>
          </a:xfrm>
          <a:prstGeom prst="rect">
            <a:avLst/>
          </a:prstGeom>
          <a:noFill/>
        </p:spPr>
        <p:txBody>
          <a:bodyPr wrap="square">
            <a:spAutoFit/>
          </a:bodyPr>
          <a:lstStyle/>
          <a:p>
            <a:r>
              <a:rPr lang="en-IN" b="1" dirty="0"/>
              <a:t>Employee Table :</a:t>
            </a:r>
          </a:p>
          <a:p>
            <a:r>
              <a:rPr lang="en-US" dirty="0"/>
              <a:t>			Stores department details (emp </a:t>
            </a:r>
            <a:r>
              <a:rPr lang="en-US" dirty="0" err="1"/>
              <a:t>id,department</a:t>
            </a:r>
            <a:r>
              <a:rPr lang="en-US" dirty="0"/>
              <a:t> id, </a:t>
            </a:r>
            <a:r>
              <a:rPr lang="en-US" dirty="0" err="1"/>
              <a:t>etc</a:t>
            </a:r>
            <a:r>
              <a:rPr lang="en-US" dirty="0"/>
              <a:t>)</a:t>
            </a:r>
            <a:endParaRPr lang="en-IN" b="1" dirty="0"/>
          </a:p>
        </p:txBody>
      </p:sp>
      <p:graphicFrame>
        <p:nvGraphicFramePr>
          <p:cNvPr id="3" name="Table 2">
            <a:extLst>
              <a:ext uri="{FF2B5EF4-FFF2-40B4-BE49-F238E27FC236}">
                <a16:creationId xmlns:a16="http://schemas.microsoft.com/office/drawing/2014/main" id="{4695DFD2-A2FC-0051-FFFC-8FC3567B4C32}"/>
              </a:ext>
            </a:extLst>
          </p:cNvPr>
          <p:cNvGraphicFramePr>
            <a:graphicFrameLocks noGrp="1"/>
          </p:cNvGraphicFramePr>
          <p:nvPr>
            <p:extLst>
              <p:ext uri="{D42A27DB-BD31-4B8C-83A1-F6EECF244321}">
                <p14:modId xmlns:p14="http://schemas.microsoft.com/office/powerpoint/2010/main" val="3134485813"/>
              </p:ext>
            </p:extLst>
          </p:nvPr>
        </p:nvGraphicFramePr>
        <p:xfrm>
          <a:off x="533400" y="3007008"/>
          <a:ext cx="9036048" cy="3088992"/>
        </p:xfrm>
        <a:graphic>
          <a:graphicData uri="http://schemas.openxmlformats.org/drawingml/2006/table">
            <a:tbl>
              <a:tblPr firstRow="1" firstCol="1" bandRow="1">
                <a:tableStyleId>{5C22544A-7EE6-4342-B048-85BDC9FD1C3A}</a:tableStyleId>
              </a:tblPr>
              <a:tblGrid>
                <a:gridCol w="2259012">
                  <a:extLst>
                    <a:ext uri="{9D8B030D-6E8A-4147-A177-3AD203B41FA5}">
                      <a16:colId xmlns:a16="http://schemas.microsoft.com/office/drawing/2014/main" val="364862511"/>
                    </a:ext>
                  </a:extLst>
                </a:gridCol>
                <a:gridCol w="2259012">
                  <a:extLst>
                    <a:ext uri="{9D8B030D-6E8A-4147-A177-3AD203B41FA5}">
                      <a16:colId xmlns:a16="http://schemas.microsoft.com/office/drawing/2014/main" val="3299920396"/>
                    </a:ext>
                  </a:extLst>
                </a:gridCol>
                <a:gridCol w="2259012">
                  <a:extLst>
                    <a:ext uri="{9D8B030D-6E8A-4147-A177-3AD203B41FA5}">
                      <a16:colId xmlns:a16="http://schemas.microsoft.com/office/drawing/2014/main" val="2230759241"/>
                    </a:ext>
                  </a:extLst>
                </a:gridCol>
                <a:gridCol w="2259012">
                  <a:extLst>
                    <a:ext uri="{9D8B030D-6E8A-4147-A177-3AD203B41FA5}">
                      <a16:colId xmlns:a16="http://schemas.microsoft.com/office/drawing/2014/main" val="2721319484"/>
                    </a:ext>
                  </a:extLst>
                </a:gridCol>
              </a:tblGrid>
              <a:tr h="514832">
                <a:tc>
                  <a:txBody>
                    <a:bodyPr/>
                    <a:lstStyle/>
                    <a:p>
                      <a:pPr>
                        <a:buNone/>
                      </a:pPr>
                      <a:r>
                        <a:rPr lang="en-US" sz="1200" dirty="0">
                          <a:effectLst/>
                        </a:rPr>
                        <a:t>Column Name</a:t>
                      </a:r>
                      <a:endParaRPr lang="en-IN" sz="1100" dirty="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Data Type</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Description</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Constraint</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extLst>
                  <a:ext uri="{0D108BD9-81ED-4DB2-BD59-A6C34878D82A}">
                    <a16:rowId xmlns:a16="http://schemas.microsoft.com/office/drawing/2014/main" val="4063113814"/>
                  </a:ext>
                </a:extLst>
              </a:tr>
              <a:tr h="514832">
                <a:tc>
                  <a:txBody>
                    <a:bodyPr/>
                    <a:lstStyle/>
                    <a:p>
                      <a:pPr>
                        <a:buNone/>
                      </a:pPr>
                      <a:r>
                        <a:rPr lang="en-US" sz="1200">
                          <a:effectLst/>
                        </a:rPr>
                        <a:t>emp_id</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dirty="0">
                          <a:effectLst/>
                        </a:rPr>
                        <a:t>NUMBER</a:t>
                      </a:r>
                      <a:endParaRPr lang="en-IN" sz="1100" dirty="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Unique employee ID</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Primary Key</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extLst>
                  <a:ext uri="{0D108BD9-81ED-4DB2-BD59-A6C34878D82A}">
                    <a16:rowId xmlns:a16="http://schemas.microsoft.com/office/drawing/2014/main" val="3798206357"/>
                  </a:ext>
                </a:extLst>
              </a:tr>
              <a:tr h="514832">
                <a:tc>
                  <a:txBody>
                    <a:bodyPr/>
                    <a:lstStyle/>
                    <a:p>
                      <a:pPr>
                        <a:buNone/>
                      </a:pPr>
                      <a:r>
                        <a:rPr lang="en-US" sz="1200">
                          <a:effectLst/>
                        </a:rPr>
                        <a:t>emp_name</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dirty="0">
                          <a:effectLst/>
                        </a:rPr>
                        <a:t>VARCHAR2(100)</a:t>
                      </a:r>
                      <a:endParaRPr lang="en-IN" sz="1100" dirty="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Employee name</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Not Null</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extLst>
                  <a:ext uri="{0D108BD9-81ED-4DB2-BD59-A6C34878D82A}">
                    <a16:rowId xmlns:a16="http://schemas.microsoft.com/office/drawing/2014/main" val="350923396"/>
                  </a:ext>
                </a:extLst>
              </a:tr>
              <a:tr h="514832">
                <a:tc>
                  <a:txBody>
                    <a:bodyPr/>
                    <a:lstStyle/>
                    <a:p>
                      <a:pPr>
                        <a:buNone/>
                      </a:pPr>
                      <a:r>
                        <a:rPr lang="en-US" sz="1200">
                          <a:effectLst/>
                        </a:rPr>
                        <a:t>dept_id</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NUMBER</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Department ID</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Foreign Key</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extLst>
                  <a:ext uri="{0D108BD9-81ED-4DB2-BD59-A6C34878D82A}">
                    <a16:rowId xmlns:a16="http://schemas.microsoft.com/office/drawing/2014/main" val="1929619569"/>
                  </a:ext>
                </a:extLst>
              </a:tr>
              <a:tr h="514832">
                <a:tc>
                  <a:txBody>
                    <a:bodyPr/>
                    <a:lstStyle/>
                    <a:p>
                      <a:pPr>
                        <a:buNone/>
                      </a:pPr>
                      <a:r>
                        <a:rPr lang="en-US" sz="1200">
                          <a:effectLst/>
                        </a:rPr>
                        <a:t>manager_id</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NUMBER</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Reporting manager ID</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Foreign Key</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extLst>
                  <a:ext uri="{0D108BD9-81ED-4DB2-BD59-A6C34878D82A}">
                    <a16:rowId xmlns:a16="http://schemas.microsoft.com/office/drawing/2014/main" val="1368120012"/>
                  </a:ext>
                </a:extLst>
              </a:tr>
              <a:tr h="514832">
                <a:tc>
                  <a:txBody>
                    <a:bodyPr/>
                    <a:lstStyle/>
                    <a:p>
                      <a:pPr>
                        <a:buNone/>
                      </a:pPr>
                      <a:r>
                        <a:rPr lang="en-US" sz="1200">
                          <a:effectLst/>
                        </a:rPr>
                        <a:t>leave_balance</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NUMBER</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Available leave days</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dirty="0">
                          <a:effectLst/>
                        </a:rPr>
                        <a:t>-</a:t>
                      </a:r>
                      <a:endParaRPr lang="en-IN" sz="1100" dirty="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extLst>
                  <a:ext uri="{0D108BD9-81ED-4DB2-BD59-A6C34878D82A}">
                    <a16:rowId xmlns:a16="http://schemas.microsoft.com/office/drawing/2014/main" val="759871032"/>
                  </a:ext>
                </a:extLst>
              </a:tr>
            </a:tbl>
          </a:graphicData>
        </a:graphic>
      </p:graphicFrame>
    </p:spTree>
    <p:extLst>
      <p:ext uri="{BB962C8B-B14F-4D97-AF65-F5344CB8AC3E}">
        <p14:creationId xmlns:p14="http://schemas.microsoft.com/office/powerpoint/2010/main" val="25658703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A0787-E769-8B37-025D-041FF5E1BF90}"/>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3476D6BF-13C6-C6B0-36DF-F1559314FAB1}"/>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70BE4208-2AED-46E3-654C-0DE2B83F7F41}"/>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8994CB99-6727-2B94-DE57-F503E8F8FB69}"/>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2851F0DB-95C6-22C8-2435-DA8595A2F763}"/>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7689328C-CC9D-EEE6-AEF0-27195081DA23}"/>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ECEAD52A-D6BA-B4AE-C1E4-8A54366273AF}"/>
              </a:ext>
            </a:extLst>
          </p:cNvPr>
          <p:cNvSpPr txBox="1">
            <a:spLocks noGrp="1"/>
          </p:cNvSpPr>
          <p:nvPr>
            <p:ph type="title"/>
          </p:nvPr>
        </p:nvSpPr>
        <p:spPr>
          <a:xfrm>
            <a:off x="4045472" y="425171"/>
            <a:ext cx="2303145"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Database Design</a:t>
            </a:r>
          </a:p>
        </p:txBody>
      </p:sp>
      <p:pic>
        <p:nvPicPr>
          <p:cNvPr id="11" name="object 3">
            <a:extLst>
              <a:ext uri="{FF2B5EF4-FFF2-40B4-BE49-F238E27FC236}">
                <a16:creationId xmlns:a16="http://schemas.microsoft.com/office/drawing/2014/main" id="{FAB0F939-F8B0-7014-4713-2E3FA82313DF}"/>
              </a:ext>
            </a:extLst>
          </p:cNvPr>
          <p:cNvPicPr/>
          <p:nvPr/>
        </p:nvPicPr>
        <p:blipFill>
          <a:blip r:embed="rId6" cstate="print"/>
          <a:stretch>
            <a:fillRect/>
          </a:stretch>
        </p:blipFill>
        <p:spPr>
          <a:xfrm>
            <a:off x="290750" y="204311"/>
            <a:ext cx="1163002" cy="424338"/>
          </a:xfrm>
          <a:prstGeom prst="rect">
            <a:avLst/>
          </a:prstGeom>
        </p:spPr>
      </p:pic>
      <p:sp>
        <p:nvSpPr>
          <p:cNvPr id="2" name="TextBox 1">
            <a:extLst>
              <a:ext uri="{FF2B5EF4-FFF2-40B4-BE49-F238E27FC236}">
                <a16:creationId xmlns:a16="http://schemas.microsoft.com/office/drawing/2014/main" id="{CD205DEE-CF0B-DBC2-E5CD-2C4FB4661C9F}"/>
              </a:ext>
            </a:extLst>
          </p:cNvPr>
          <p:cNvSpPr txBox="1"/>
          <p:nvPr/>
        </p:nvSpPr>
        <p:spPr>
          <a:xfrm>
            <a:off x="290750" y="1353220"/>
            <a:ext cx="4585268"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Database Tables:</a:t>
            </a:r>
          </a:p>
        </p:txBody>
      </p:sp>
      <p:sp>
        <p:nvSpPr>
          <p:cNvPr id="12" name="TextBox 11">
            <a:extLst>
              <a:ext uri="{FF2B5EF4-FFF2-40B4-BE49-F238E27FC236}">
                <a16:creationId xmlns:a16="http://schemas.microsoft.com/office/drawing/2014/main" id="{2B7D6DA8-89F8-4CB4-20B5-36719C763BE0}"/>
              </a:ext>
            </a:extLst>
          </p:cNvPr>
          <p:cNvSpPr txBox="1"/>
          <p:nvPr/>
        </p:nvSpPr>
        <p:spPr>
          <a:xfrm>
            <a:off x="533400" y="2005523"/>
            <a:ext cx="8366948" cy="646331"/>
          </a:xfrm>
          <a:prstGeom prst="rect">
            <a:avLst/>
          </a:prstGeom>
          <a:noFill/>
        </p:spPr>
        <p:txBody>
          <a:bodyPr wrap="square">
            <a:spAutoFit/>
          </a:bodyPr>
          <a:lstStyle/>
          <a:p>
            <a:r>
              <a:rPr lang="en-IN" b="1" dirty="0"/>
              <a:t>Leave Type</a:t>
            </a:r>
            <a:r>
              <a:rPr lang="en-IN" dirty="0"/>
              <a:t> </a:t>
            </a:r>
            <a:r>
              <a:rPr lang="en-IN" b="1" dirty="0"/>
              <a:t>Table :</a:t>
            </a:r>
          </a:p>
          <a:p>
            <a:r>
              <a:rPr lang="en-US" dirty="0"/>
              <a:t>	</a:t>
            </a:r>
            <a:r>
              <a:rPr lang="en-IN" dirty="0"/>
              <a:t>Stores employee roles (leave type, max days, etc.)</a:t>
            </a:r>
            <a:endParaRPr lang="en-IN" b="1" dirty="0"/>
          </a:p>
        </p:txBody>
      </p:sp>
      <p:graphicFrame>
        <p:nvGraphicFramePr>
          <p:cNvPr id="3" name="Table 2">
            <a:extLst>
              <a:ext uri="{FF2B5EF4-FFF2-40B4-BE49-F238E27FC236}">
                <a16:creationId xmlns:a16="http://schemas.microsoft.com/office/drawing/2014/main" id="{C5736F5D-22D5-53AA-6860-6FC6ADC017A3}"/>
              </a:ext>
            </a:extLst>
          </p:cNvPr>
          <p:cNvGraphicFramePr>
            <a:graphicFrameLocks noGrp="1"/>
          </p:cNvGraphicFramePr>
          <p:nvPr>
            <p:extLst>
              <p:ext uri="{D42A27DB-BD31-4B8C-83A1-F6EECF244321}">
                <p14:modId xmlns:p14="http://schemas.microsoft.com/office/powerpoint/2010/main" val="597355075"/>
              </p:ext>
            </p:extLst>
          </p:nvPr>
        </p:nvGraphicFramePr>
        <p:xfrm>
          <a:off x="620713" y="3007008"/>
          <a:ext cx="8948736" cy="3412171"/>
        </p:xfrm>
        <a:graphic>
          <a:graphicData uri="http://schemas.openxmlformats.org/drawingml/2006/table">
            <a:tbl>
              <a:tblPr firstRow="1" firstCol="1" bandRow="1">
                <a:tableStyleId>{5C22544A-7EE6-4342-B048-85BDC9FD1C3A}</a:tableStyleId>
              </a:tblPr>
              <a:tblGrid>
                <a:gridCol w="2237184">
                  <a:extLst>
                    <a:ext uri="{9D8B030D-6E8A-4147-A177-3AD203B41FA5}">
                      <a16:colId xmlns:a16="http://schemas.microsoft.com/office/drawing/2014/main" val="3708756127"/>
                    </a:ext>
                  </a:extLst>
                </a:gridCol>
                <a:gridCol w="2237184">
                  <a:extLst>
                    <a:ext uri="{9D8B030D-6E8A-4147-A177-3AD203B41FA5}">
                      <a16:colId xmlns:a16="http://schemas.microsoft.com/office/drawing/2014/main" val="2663701908"/>
                    </a:ext>
                  </a:extLst>
                </a:gridCol>
                <a:gridCol w="2237184">
                  <a:extLst>
                    <a:ext uri="{9D8B030D-6E8A-4147-A177-3AD203B41FA5}">
                      <a16:colId xmlns:a16="http://schemas.microsoft.com/office/drawing/2014/main" val="3698222978"/>
                    </a:ext>
                  </a:extLst>
                </a:gridCol>
                <a:gridCol w="2237184">
                  <a:extLst>
                    <a:ext uri="{9D8B030D-6E8A-4147-A177-3AD203B41FA5}">
                      <a16:colId xmlns:a16="http://schemas.microsoft.com/office/drawing/2014/main" val="3560065428"/>
                    </a:ext>
                  </a:extLst>
                </a:gridCol>
              </a:tblGrid>
              <a:tr h="521304">
                <a:tc>
                  <a:txBody>
                    <a:bodyPr/>
                    <a:lstStyle/>
                    <a:p>
                      <a:pPr>
                        <a:buNone/>
                      </a:pPr>
                      <a:r>
                        <a:rPr lang="en-US" sz="1200">
                          <a:effectLst/>
                        </a:rPr>
                        <a:t>Column Name</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Data Type</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dirty="0">
                          <a:effectLst/>
                        </a:rPr>
                        <a:t>Description</a:t>
                      </a:r>
                      <a:endParaRPr lang="en-IN" sz="1100" dirty="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Constraint</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extLst>
                  <a:ext uri="{0D108BD9-81ED-4DB2-BD59-A6C34878D82A}">
                    <a16:rowId xmlns:a16="http://schemas.microsoft.com/office/drawing/2014/main" val="2752191029"/>
                  </a:ext>
                </a:extLst>
              </a:tr>
              <a:tr h="521304">
                <a:tc>
                  <a:txBody>
                    <a:bodyPr/>
                    <a:lstStyle/>
                    <a:p>
                      <a:pPr>
                        <a:buNone/>
                      </a:pPr>
                      <a:r>
                        <a:rPr lang="en-US" sz="1200" dirty="0" err="1">
                          <a:effectLst/>
                        </a:rPr>
                        <a:t>leave_type_id</a:t>
                      </a:r>
                      <a:endParaRPr lang="en-IN" sz="1100" dirty="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NUMBER</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Unique leave type ID</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dirty="0">
                          <a:effectLst/>
                        </a:rPr>
                        <a:t>Primary Key</a:t>
                      </a:r>
                      <a:endParaRPr lang="en-IN" sz="1100" dirty="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extLst>
                  <a:ext uri="{0D108BD9-81ED-4DB2-BD59-A6C34878D82A}">
                    <a16:rowId xmlns:a16="http://schemas.microsoft.com/office/drawing/2014/main" val="713201786"/>
                  </a:ext>
                </a:extLst>
              </a:tr>
              <a:tr h="805651">
                <a:tc>
                  <a:txBody>
                    <a:bodyPr/>
                    <a:lstStyle/>
                    <a:p>
                      <a:pPr>
                        <a:buNone/>
                      </a:pPr>
                      <a:r>
                        <a:rPr lang="en-US" sz="1200">
                          <a:effectLst/>
                        </a:rPr>
                        <a:t>type_name</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dirty="0">
                          <a:effectLst/>
                        </a:rPr>
                        <a:t>VARCHAR2(50)</a:t>
                      </a:r>
                      <a:endParaRPr lang="en-IN" sz="1100" dirty="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Leave type name (Annual, Sick, Casual)</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Not Null</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extLst>
                  <a:ext uri="{0D108BD9-81ED-4DB2-BD59-A6C34878D82A}">
                    <a16:rowId xmlns:a16="http://schemas.microsoft.com/office/drawing/2014/main" val="1735153072"/>
                  </a:ext>
                </a:extLst>
              </a:tr>
              <a:tr h="521304">
                <a:tc>
                  <a:txBody>
                    <a:bodyPr/>
                    <a:lstStyle/>
                    <a:p>
                      <a:pPr>
                        <a:buNone/>
                      </a:pPr>
                      <a:r>
                        <a:rPr lang="en-US" sz="1200">
                          <a:effectLst/>
                        </a:rPr>
                        <a:t>max_days</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NUMBER</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Maximum allowed days</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Not Null</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extLst>
                  <a:ext uri="{0D108BD9-81ED-4DB2-BD59-A6C34878D82A}">
                    <a16:rowId xmlns:a16="http://schemas.microsoft.com/office/drawing/2014/main" val="609446480"/>
                  </a:ext>
                </a:extLst>
              </a:tr>
              <a:tr h="521304">
                <a:tc>
                  <a:txBody>
                    <a:bodyPr/>
                    <a:lstStyle/>
                    <a:p>
                      <a:pPr>
                        <a:buNone/>
                      </a:pPr>
                      <a:r>
                        <a:rPr lang="en-US" sz="1200" dirty="0" err="1">
                          <a:effectLst/>
                        </a:rPr>
                        <a:t>carry_forward</a:t>
                      </a:r>
                      <a:endParaRPr lang="en-IN" sz="1100" dirty="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VARCHAR2(5)</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Can carry forward? (YES/NO)</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dirty="0">
                          <a:effectLst/>
                        </a:rPr>
                        <a:t>-</a:t>
                      </a:r>
                      <a:endParaRPr lang="en-IN" sz="1100" dirty="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extLst>
                  <a:ext uri="{0D108BD9-81ED-4DB2-BD59-A6C34878D82A}">
                    <a16:rowId xmlns:a16="http://schemas.microsoft.com/office/drawing/2014/main" val="1816066387"/>
                  </a:ext>
                </a:extLst>
              </a:tr>
              <a:tr h="521304">
                <a:tc>
                  <a:txBody>
                    <a:bodyPr/>
                    <a:lstStyle/>
                    <a:p>
                      <a:pPr>
                        <a:buNone/>
                      </a:pPr>
                      <a:r>
                        <a:rPr lang="en-US" sz="1200">
                          <a:effectLst/>
                        </a:rPr>
                        <a:t> </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 </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 </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dirty="0">
                          <a:effectLst/>
                        </a:rPr>
                        <a:t> </a:t>
                      </a:r>
                      <a:endParaRPr lang="en-IN" sz="1100" dirty="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extLst>
                  <a:ext uri="{0D108BD9-81ED-4DB2-BD59-A6C34878D82A}">
                    <a16:rowId xmlns:a16="http://schemas.microsoft.com/office/drawing/2014/main" val="1654870347"/>
                  </a:ext>
                </a:extLst>
              </a:tr>
            </a:tbl>
          </a:graphicData>
        </a:graphic>
      </p:graphicFrame>
    </p:spTree>
    <p:extLst>
      <p:ext uri="{BB962C8B-B14F-4D97-AF65-F5344CB8AC3E}">
        <p14:creationId xmlns:p14="http://schemas.microsoft.com/office/powerpoint/2010/main" val="13270930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AF869-60E9-7283-1E5C-031B97BB287B}"/>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D22CCC8F-8AC9-DA04-7DF6-792709DB8A61}"/>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D3CC7CDE-C0AA-8C40-F47A-6BB38775C793}"/>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251A7B03-12DB-BDB0-A823-3B5CC5C3EA9D}"/>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34C3D95F-A98E-C662-A8CA-7C226092743B}"/>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51ECD6EB-B411-BAC9-D612-83CAADD7C066}"/>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05340093-ADC0-C519-A46D-D43188C51895}"/>
              </a:ext>
            </a:extLst>
          </p:cNvPr>
          <p:cNvSpPr txBox="1">
            <a:spLocks noGrp="1"/>
          </p:cNvSpPr>
          <p:nvPr>
            <p:ph type="title"/>
          </p:nvPr>
        </p:nvSpPr>
        <p:spPr>
          <a:xfrm>
            <a:off x="4045472" y="425171"/>
            <a:ext cx="2303145"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Database Design</a:t>
            </a:r>
          </a:p>
        </p:txBody>
      </p:sp>
      <p:pic>
        <p:nvPicPr>
          <p:cNvPr id="11" name="object 3">
            <a:extLst>
              <a:ext uri="{FF2B5EF4-FFF2-40B4-BE49-F238E27FC236}">
                <a16:creationId xmlns:a16="http://schemas.microsoft.com/office/drawing/2014/main" id="{EC0178A3-A864-AC29-8239-3EE3EEC824D7}"/>
              </a:ext>
            </a:extLst>
          </p:cNvPr>
          <p:cNvPicPr/>
          <p:nvPr/>
        </p:nvPicPr>
        <p:blipFill>
          <a:blip r:embed="rId6" cstate="print"/>
          <a:stretch>
            <a:fillRect/>
          </a:stretch>
        </p:blipFill>
        <p:spPr>
          <a:xfrm>
            <a:off x="290750" y="204311"/>
            <a:ext cx="1163002" cy="424338"/>
          </a:xfrm>
          <a:prstGeom prst="rect">
            <a:avLst/>
          </a:prstGeom>
        </p:spPr>
      </p:pic>
      <p:sp>
        <p:nvSpPr>
          <p:cNvPr id="2" name="TextBox 1">
            <a:extLst>
              <a:ext uri="{FF2B5EF4-FFF2-40B4-BE49-F238E27FC236}">
                <a16:creationId xmlns:a16="http://schemas.microsoft.com/office/drawing/2014/main" id="{88CC2DB0-515C-5729-13F5-411810B0A1D6}"/>
              </a:ext>
            </a:extLst>
          </p:cNvPr>
          <p:cNvSpPr txBox="1"/>
          <p:nvPr/>
        </p:nvSpPr>
        <p:spPr>
          <a:xfrm>
            <a:off x="290750" y="1353220"/>
            <a:ext cx="4585268"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Database Tables:</a:t>
            </a:r>
          </a:p>
        </p:txBody>
      </p:sp>
      <p:sp>
        <p:nvSpPr>
          <p:cNvPr id="12" name="TextBox 11">
            <a:extLst>
              <a:ext uri="{FF2B5EF4-FFF2-40B4-BE49-F238E27FC236}">
                <a16:creationId xmlns:a16="http://schemas.microsoft.com/office/drawing/2014/main" id="{BE4EB3E5-F5F4-BFDA-2030-B081D8DD8B72}"/>
              </a:ext>
            </a:extLst>
          </p:cNvPr>
          <p:cNvSpPr txBox="1"/>
          <p:nvPr/>
        </p:nvSpPr>
        <p:spPr>
          <a:xfrm>
            <a:off x="533400" y="2005523"/>
            <a:ext cx="8366948" cy="923330"/>
          </a:xfrm>
          <a:prstGeom prst="rect">
            <a:avLst/>
          </a:prstGeom>
          <a:noFill/>
        </p:spPr>
        <p:txBody>
          <a:bodyPr wrap="square">
            <a:spAutoFit/>
          </a:bodyPr>
          <a:lstStyle/>
          <a:p>
            <a:r>
              <a:rPr lang="en-IN" b="1" dirty="0"/>
              <a:t>Leave Request Table:</a:t>
            </a:r>
          </a:p>
          <a:p>
            <a:r>
              <a:rPr lang="en-IN" b="1" dirty="0"/>
              <a:t>                                       </a:t>
            </a:r>
            <a:r>
              <a:rPr lang="en-IN" dirty="0"/>
              <a:t>stores leave request status (</a:t>
            </a:r>
            <a:r>
              <a:rPr lang="en-IN" dirty="0" err="1"/>
              <a:t>pending,approved,rejected</a:t>
            </a:r>
            <a:r>
              <a:rPr lang="en-IN" dirty="0"/>
              <a:t>)</a:t>
            </a:r>
          </a:p>
          <a:p>
            <a:r>
              <a:rPr lang="en-US" dirty="0"/>
              <a:t>		</a:t>
            </a:r>
            <a:endParaRPr lang="en-IN" b="1" dirty="0"/>
          </a:p>
        </p:txBody>
      </p:sp>
      <p:graphicFrame>
        <p:nvGraphicFramePr>
          <p:cNvPr id="4" name="Table 3">
            <a:extLst>
              <a:ext uri="{FF2B5EF4-FFF2-40B4-BE49-F238E27FC236}">
                <a16:creationId xmlns:a16="http://schemas.microsoft.com/office/drawing/2014/main" id="{855CDA22-F105-E0F6-4DFA-97893DD6F4AA}"/>
              </a:ext>
            </a:extLst>
          </p:cNvPr>
          <p:cNvGraphicFramePr>
            <a:graphicFrameLocks noGrp="1"/>
          </p:cNvGraphicFramePr>
          <p:nvPr>
            <p:extLst>
              <p:ext uri="{D42A27DB-BD31-4B8C-83A1-F6EECF244321}">
                <p14:modId xmlns:p14="http://schemas.microsoft.com/office/powerpoint/2010/main" val="427607405"/>
              </p:ext>
            </p:extLst>
          </p:nvPr>
        </p:nvGraphicFramePr>
        <p:xfrm>
          <a:off x="620713" y="2928852"/>
          <a:ext cx="8948736" cy="4157751"/>
        </p:xfrm>
        <a:graphic>
          <a:graphicData uri="http://schemas.openxmlformats.org/drawingml/2006/table">
            <a:tbl>
              <a:tblPr firstRow="1" firstCol="1" bandRow="1">
                <a:tableStyleId>{5C22544A-7EE6-4342-B048-85BDC9FD1C3A}</a:tableStyleId>
              </a:tblPr>
              <a:tblGrid>
                <a:gridCol w="2237184">
                  <a:extLst>
                    <a:ext uri="{9D8B030D-6E8A-4147-A177-3AD203B41FA5}">
                      <a16:colId xmlns:a16="http://schemas.microsoft.com/office/drawing/2014/main" val="1442280022"/>
                    </a:ext>
                  </a:extLst>
                </a:gridCol>
                <a:gridCol w="2237184">
                  <a:extLst>
                    <a:ext uri="{9D8B030D-6E8A-4147-A177-3AD203B41FA5}">
                      <a16:colId xmlns:a16="http://schemas.microsoft.com/office/drawing/2014/main" val="2396244395"/>
                    </a:ext>
                  </a:extLst>
                </a:gridCol>
                <a:gridCol w="2237184">
                  <a:extLst>
                    <a:ext uri="{9D8B030D-6E8A-4147-A177-3AD203B41FA5}">
                      <a16:colId xmlns:a16="http://schemas.microsoft.com/office/drawing/2014/main" val="2575443055"/>
                    </a:ext>
                  </a:extLst>
                </a:gridCol>
                <a:gridCol w="2237184">
                  <a:extLst>
                    <a:ext uri="{9D8B030D-6E8A-4147-A177-3AD203B41FA5}">
                      <a16:colId xmlns:a16="http://schemas.microsoft.com/office/drawing/2014/main" val="2518138676"/>
                    </a:ext>
                  </a:extLst>
                </a:gridCol>
              </a:tblGrid>
              <a:tr h="435574">
                <a:tc>
                  <a:txBody>
                    <a:bodyPr/>
                    <a:lstStyle/>
                    <a:p>
                      <a:pPr>
                        <a:buNone/>
                      </a:pPr>
                      <a:r>
                        <a:rPr lang="en-US" sz="1200">
                          <a:effectLst/>
                        </a:rPr>
                        <a:t>Column Name</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Data Type</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dirty="0">
                          <a:effectLst/>
                        </a:rPr>
                        <a:t>Description</a:t>
                      </a:r>
                      <a:endParaRPr lang="en-IN" sz="1100" dirty="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Constraint</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extLst>
                  <a:ext uri="{0D108BD9-81ED-4DB2-BD59-A6C34878D82A}">
                    <a16:rowId xmlns:a16="http://schemas.microsoft.com/office/drawing/2014/main" val="2227450448"/>
                  </a:ext>
                </a:extLst>
              </a:tr>
              <a:tr h="435574">
                <a:tc>
                  <a:txBody>
                    <a:bodyPr/>
                    <a:lstStyle/>
                    <a:p>
                      <a:pPr>
                        <a:buNone/>
                      </a:pPr>
                      <a:r>
                        <a:rPr lang="en-US" sz="1200">
                          <a:effectLst/>
                        </a:rPr>
                        <a:t>request_id</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NUMBER</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Unique request ID</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Primary Key</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extLst>
                  <a:ext uri="{0D108BD9-81ED-4DB2-BD59-A6C34878D82A}">
                    <a16:rowId xmlns:a16="http://schemas.microsoft.com/office/drawing/2014/main" val="2630002802"/>
                  </a:ext>
                </a:extLst>
              </a:tr>
              <a:tr h="435574">
                <a:tc>
                  <a:txBody>
                    <a:bodyPr/>
                    <a:lstStyle/>
                    <a:p>
                      <a:pPr>
                        <a:buNone/>
                      </a:pPr>
                      <a:r>
                        <a:rPr lang="en-US" sz="1200">
                          <a:effectLst/>
                        </a:rPr>
                        <a:t>emp_id</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dirty="0">
                          <a:effectLst/>
                        </a:rPr>
                        <a:t>NUMBER</a:t>
                      </a:r>
                      <a:endParaRPr lang="en-IN" sz="1100" dirty="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Employee ID</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Foreign Key</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extLst>
                  <a:ext uri="{0D108BD9-81ED-4DB2-BD59-A6C34878D82A}">
                    <a16:rowId xmlns:a16="http://schemas.microsoft.com/office/drawing/2014/main" val="2878796989"/>
                  </a:ext>
                </a:extLst>
              </a:tr>
              <a:tr h="435574">
                <a:tc>
                  <a:txBody>
                    <a:bodyPr/>
                    <a:lstStyle/>
                    <a:p>
                      <a:pPr>
                        <a:buNone/>
                      </a:pPr>
                      <a:r>
                        <a:rPr lang="en-US" sz="1200">
                          <a:effectLst/>
                        </a:rPr>
                        <a:t>leave_type_id</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NUMBER</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Leave type ID</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Foreign Key</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extLst>
                  <a:ext uri="{0D108BD9-81ED-4DB2-BD59-A6C34878D82A}">
                    <a16:rowId xmlns:a16="http://schemas.microsoft.com/office/drawing/2014/main" val="3173737500"/>
                  </a:ext>
                </a:extLst>
              </a:tr>
              <a:tr h="435574">
                <a:tc>
                  <a:txBody>
                    <a:bodyPr/>
                    <a:lstStyle/>
                    <a:p>
                      <a:pPr>
                        <a:buNone/>
                      </a:pPr>
                      <a:r>
                        <a:rPr lang="en-US" sz="1200">
                          <a:effectLst/>
                        </a:rPr>
                        <a:t>from_date</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DATE</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Leave start date</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Not Null</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extLst>
                  <a:ext uri="{0D108BD9-81ED-4DB2-BD59-A6C34878D82A}">
                    <a16:rowId xmlns:a16="http://schemas.microsoft.com/office/drawing/2014/main" val="2227723703"/>
                  </a:ext>
                </a:extLst>
              </a:tr>
              <a:tr h="435574">
                <a:tc>
                  <a:txBody>
                    <a:bodyPr/>
                    <a:lstStyle/>
                    <a:p>
                      <a:pPr>
                        <a:buNone/>
                      </a:pPr>
                      <a:r>
                        <a:rPr lang="en-US" sz="1200">
                          <a:effectLst/>
                        </a:rPr>
                        <a:t>to_date</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DATE</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Leave end date</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Not Null</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extLst>
                  <a:ext uri="{0D108BD9-81ED-4DB2-BD59-A6C34878D82A}">
                    <a16:rowId xmlns:a16="http://schemas.microsoft.com/office/drawing/2014/main" val="2313468342"/>
                  </a:ext>
                </a:extLst>
              </a:tr>
              <a:tr h="435574">
                <a:tc>
                  <a:txBody>
                    <a:bodyPr/>
                    <a:lstStyle/>
                    <a:p>
                      <a:pPr>
                        <a:buNone/>
                      </a:pPr>
                      <a:r>
                        <a:rPr lang="en-US" sz="1200">
                          <a:effectLst/>
                        </a:rPr>
                        <a:t>total_days</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NUMBER</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Total leave days</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extLst>
                  <a:ext uri="{0D108BD9-81ED-4DB2-BD59-A6C34878D82A}">
                    <a16:rowId xmlns:a16="http://schemas.microsoft.com/office/drawing/2014/main" val="1379345196"/>
                  </a:ext>
                </a:extLst>
              </a:tr>
              <a:tr h="673159">
                <a:tc>
                  <a:txBody>
                    <a:bodyPr/>
                    <a:lstStyle/>
                    <a:p>
                      <a:pPr>
                        <a:buNone/>
                      </a:pPr>
                      <a:r>
                        <a:rPr lang="en-US" sz="1200">
                          <a:effectLst/>
                        </a:rPr>
                        <a:t>status</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VARCHAR2(20)</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Request status (Pending, Approved, Rejected)</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extLst>
                  <a:ext uri="{0D108BD9-81ED-4DB2-BD59-A6C34878D82A}">
                    <a16:rowId xmlns:a16="http://schemas.microsoft.com/office/drawing/2014/main" val="717267052"/>
                  </a:ext>
                </a:extLst>
              </a:tr>
              <a:tr h="435574">
                <a:tc>
                  <a:txBody>
                    <a:bodyPr/>
                    <a:lstStyle/>
                    <a:p>
                      <a:pPr>
                        <a:buNone/>
                      </a:pPr>
                      <a:r>
                        <a:rPr lang="en-US" sz="1200">
                          <a:effectLst/>
                        </a:rPr>
                        <a:t>applied_date</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DATE</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dirty="0">
                          <a:effectLst/>
                        </a:rPr>
                        <a:t>Application date</a:t>
                      </a:r>
                      <a:endParaRPr lang="en-IN" sz="1100" dirty="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dirty="0">
                          <a:effectLst/>
                        </a:rPr>
                        <a:t>-</a:t>
                      </a:r>
                      <a:endParaRPr lang="en-IN" sz="1100" dirty="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extLst>
                  <a:ext uri="{0D108BD9-81ED-4DB2-BD59-A6C34878D82A}">
                    <a16:rowId xmlns:a16="http://schemas.microsoft.com/office/drawing/2014/main" val="602825160"/>
                  </a:ext>
                </a:extLst>
              </a:tr>
            </a:tbl>
          </a:graphicData>
        </a:graphic>
      </p:graphicFrame>
    </p:spTree>
    <p:extLst>
      <p:ext uri="{BB962C8B-B14F-4D97-AF65-F5344CB8AC3E}">
        <p14:creationId xmlns:p14="http://schemas.microsoft.com/office/powerpoint/2010/main" val="10966943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DDFE6-68D0-626B-CEA5-012AC4CE06D6}"/>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6AB6B8D9-907C-14D3-FE13-17C6E6CA5738}"/>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F2F8D3D4-7414-5BC2-228C-E9103C17FB73}"/>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960E6045-C32B-45CA-9E5F-2D8B9813510D}"/>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841BB376-4DAB-084D-64E6-3760EA8F9DDD}"/>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E4FAF633-2235-2851-C3E8-F177ABCCA2FE}"/>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C3F3E476-DF9A-C6ED-BCF5-6782970F311F}"/>
              </a:ext>
            </a:extLst>
          </p:cNvPr>
          <p:cNvSpPr txBox="1">
            <a:spLocks noGrp="1"/>
          </p:cNvSpPr>
          <p:nvPr>
            <p:ph type="title"/>
          </p:nvPr>
        </p:nvSpPr>
        <p:spPr>
          <a:xfrm>
            <a:off x="4045472" y="425171"/>
            <a:ext cx="2303145"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Database Design</a:t>
            </a:r>
          </a:p>
        </p:txBody>
      </p:sp>
      <p:pic>
        <p:nvPicPr>
          <p:cNvPr id="11" name="object 3">
            <a:extLst>
              <a:ext uri="{FF2B5EF4-FFF2-40B4-BE49-F238E27FC236}">
                <a16:creationId xmlns:a16="http://schemas.microsoft.com/office/drawing/2014/main" id="{6F5A8444-086B-9125-6392-B400175A6B5B}"/>
              </a:ext>
            </a:extLst>
          </p:cNvPr>
          <p:cNvPicPr/>
          <p:nvPr/>
        </p:nvPicPr>
        <p:blipFill>
          <a:blip r:embed="rId6" cstate="print"/>
          <a:stretch>
            <a:fillRect/>
          </a:stretch>
        </p:blipFill>
        <p:spPr>
          <a:xfrm>
            <a:off x="290750" y="204311"/>
            <a:ext cx="1163002" cy="424338"/>
          </a:xfrm>
          <a:prstGeom prst="rect">
            <a:avLst/>
          </a:prstGeom>
        </p:spPr>
      </p:pic>
      <p:sp>
        <p:nvSpPr>
          <p:cNvPr id="2" name="TextBox 1">
            <a:extLst>
              <a:ext uri="{FF2B5EF4-FFF2-40B4-BE49-F238E27FC236}">
                <a16:creationId xmlns:a16="http://schemas.microsoft.com/office/drawing/2014/main" id="{FE2C5A62-55CB-BE52-28C1-9826A4970DAA}"/>
              </a:ext>
            </a:extLst>
          </p:cNvPr>
          <p:cNvSpPr txBox="1"/>
          <p:nvPr/>
        </p:nvSpPr>
        <p:spPr>
          <a:xfrm>
            <a:off x="290750" y="1353220"/>
            <a:ext cx="4585268"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Database Tables:</a:t>
            </a:r>
          </a:p>
        </p:txBody>
      </p:sp>
      <p:sp>
        <p:nvSpPr>
          <p:cNvPr id="12" name="TextBox 11">
            <a:extLst>
              <a:ext uri="{FF2B5EF4-FFF2-40B4-BE49-F238E27FC236}">
                <a16:creationId xmlns:a16="http://schemas.microsoft.com/office/drawing/2014/main" id="{7F5AECAB-ADA0-137A-8F14-77698E44A825}"/>
              </a:ext>
            </a:extLst>
          </p:cNvPr>
          <p:cNvSpPr txBox="1"/>
          <p:nvPr/>
        </p:nvSpPr>
        <p:spPr>
          <a:xfrm>
            <a:off x="692544" y="1838459"/>
            <a:ext cx="8366948" cy="646331"/>
          </a:xfrm>
          <a:prstGeom prst="rect">
            <a:avLst/>
          </a:prstGeom>
          <a:noFill/>
        </p:spPr>
        <p:txBody>
          <a:bodyPr wrap="square">
            <a:spAutoFit/>
          </a:bodyPr>
          <a:lstStyle/>
          <a:p>
            <a:r>
              <a:rPr lang="en-IN" b="1" dirty="0"/>
              <a:t>Leave approval Table :</a:t>
            </a:r>
          </a:p>
          <a:p>
            <a:r>
              <a:rPr lang="en-US" dirty="0"/>
              <a:t>		Stores whether leave is approved or rejected</a:t>
            </a:r>
            <a:endParaRPr lang="en-IN" b="1" dirty="0"/>
          </a:p>
        </p:txBody>
      </p:sp>
      <p:graphicFrame>
        <p:nvGraphicFramePr>
          <p:cNvPr id="4" name="Table 3">
            <a:extLst>
              <a:ext uri="{FF2B5EF4-FFF2-40B4-BE49-F238E27FC236}">
                <a16:creationId xmlns:a16="http://schemas.microsoft.com/office/drawing/2014/main" id="{008C2421-F150-1FAD-492E-079818D978EE}"/>
              </a:ext>
            </a:extLst>
          </p:cNvPr>
          <p:cNvGraphicFramePr>
            <a:graphicFrameLocks noGrp="1"/>
          </p:cNvGraphicFramePr>
          <p:nvPr>
            <p:extLst>
              <p:ext uri="{D42A27DB-BD31-4B8C-83A1-F6EECF244321}">
                <p14:modId xmlns:p14="http://schemas.microsoft.com/office/powerpoint/2010/main" val="1169678918"/>
              </p:ext>
            </p:extLst>
          </p:nvPr>
        </p:nvGraphicFramePr>
        <p:xfrm>
          <a:off x="620713" y="2819401"/>
          <a:ext cx="8948736" cy="3505201"/>
        </p:xfrm>
        <a:graphic>
          <a:graphicData uri="http://schemas.openxmlformats.org/drawingml/2006/table">
            <a:tbl>
              <a:tblPr firstRow="1" firstCol="1" bandRow="1">
                <a:tableStyleId>{5C22544A-7EE6-4342-B048-85BDC9FD1C3A}</a:tableStyleId>
              </a:tblPr>
              <a:tblGrid>
                <a:gridCol w="2237184">
                  <a:extLst>
                    <a:ext uri="{9D8B030D-6E8A-4147-A177-3AD203B41FA5}">
                      <a16:colId xmlns:a16="http://schemas.microsoft.com/office/drawing/2014/main" val="2675961218"/>
                    </a:ext>
                  </a:extLst>
                </a:gridCol>
                <a:gridCol w="2237184">
                  <a:extLst>
                    <a:ext uri="{9D8B030D-6E8A-4147-A177-3AD203B41FA5}">
                      <a16:colId xmlns:a16="http://schemas.microsoft.com/office/drawing/2014/main" val="3120886258"/>
                    </a:ext>
                  </a:extLst>
                </a:gridCol>
                <a:gridCol w="2237184">
                  <a:extLst>
                    <a:ext uri="{9D8B030D-6E8A-4147-A177-3AD203B41FA5}">
                      <a16:colId xmlns:a16="http://schemas.microsoft.com/office/drawing/2014/main" val="750045734"/>
                    </a:ext>
                  </a:extLst>
                </a:gridCol>
                <a:gridCol w="2237184">
                  <a:extLst>
                    <a:ext uri="{9D8B030D-6E8A-4147-A177-3AD203B41FA5}">
                      <a16:colId xmlns:a16="http://schemas.microsoft.com/office/drawing/2014/main" val="2333803576"/>
                    </a:ext>
                  </a:extLst>
                </a:gridCol>
              </a:tblGrid>
              <a:tr h="500743">
                <a:tc>
                  <a:txBody>
                    <a:bodyPr/>
                    <a:lstStyle/>
                    <a:p>
                      <a:pPr>
                        <a:buNone/>
                      </a:pPr>
                      <a:r>
                        <a:rPr lang="en-US" sz="1200">
                          <a:effectLst/>
                        </a:rPr>
                        <a:t>Column Name</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Data Type</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Description</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Constraint</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extLst>
                  <a:ext uri="{0D108BD9-81ED-4DB2-BD59-A6C34878D82A}">
                    <a16:rowId xmlns:a16="http://schemas.microsoft.com/office/drawing/2014/main" val="1767328493"/>
                  </a:ext>
                </a:extLst>
              </a:tr>
              <a:tr h="500743">
                <a:tc>
                  <a:txBody>
                    <a:bodyPr/>
                    <a:lstStyle/>
                    <a:p>
                      <a:pPr>
                        <a:buNone/>
                      </a:pPr>
                      <a:r>
                        <a:rPr lang="en-US" sz="1200">
                          <a:effectLst/>
                        </a:rPr>
                        <a:t>approval_id</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NUMBER</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Unique approval ID</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Primary Key</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extLst>
                  <a:ext uri="{0D108BD9-81ED-4DB2-BD59-A6C34878D82A}">
                    <a16:rowId xmlns:a16="http://schemas.microsoft.com/office/drawing/2014/main" val="1544980258"/>
                  </a:ext>
                </a:extLst>
              </a:tr>
              <a:tr h="500743">
                <a:tc>
                  <a:txBody>
                    <a:bodyPr/>
                    <a:lstStyle/>
                    <a:p>
                      <a:pPr>
                        <a:buNone/>
                      </a:pPr>
                      <a:r>
                        <a:rPr lang="en-US" sz="1200">
                          <a:effectLst/>
                        </a:rPr>
                        <a:t>request_id</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NUMBER</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Leave request ID</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Foreign Key</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extLst>
                  <a:ext uri="{0D108BD9-81ED-4DB2-BD59-A6C34878D82A}">
                    <a16:rowId xmlns:a16="http://schemas.microsoft.com/office/drawing/2014/main" val="1760625040"/>
                  </a:ext>
                </a:extLst>
              </a:tr>
              <a:tr h="500743">
                <a:tc>
                  <a:txBody>
                    <a:bodyPr/>
                    <a:lstStyle/>
                    <a:p>
                      <a:pPr>
                        <a:buNone/>
                      </a:pPr>
                      <a:r>
                        <a:rPr lang="en-US" sz="1200">
                          <a:effectLst/>
                        </a:rPr>
                        <a:t>manager_id</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NUMBER</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Approving manager ID</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Foreign Key</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extLst>
                  <a:ext uri="{0D108BD9-81ED-4DB2-BD59-A6C34878D82A}">
                    <a16:rowId xmlns:a16="http://schemas.microsoft.com/office/drawing/2014/main" val="2799586843"/>
                  </a:ext>
                </a:extLst>
              </a:tr>
              <a:tr h="500743">
                <a:tc>
                  <a:txBody>
                    <a:bodyPr/>
                    <a:lstStyle/>
                    <a:p>
                      <a:pPr>
                        <a:buNone/>
                      </a:pPr>
                      <a:r>
                        <a:rPr lang="en-US" sz="1200">
                          <a:effectLst/>
                        </a:rPr>
                        <a:t>approval_date</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DATE</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Date of approval</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extLst>
                  <a:ext uri="{0D108BD9-81ED-4DB2-BD59-A6C34878D82A}">
                    <a16:rowId xmlns:a16="http://schemas.microsoft.com/office/drawing/2014/main" val="3890364472"/>
                  </a:ext>
                </a:extLst>
              </a:tr>
              <a:tr h="500743">
                <a:tc>
                  <a:txBody>
                    <a:bodyPr/>
                    <a:lstStyle/>
                    <a:p>
                      <a:pPr>
                        <a:buNone/>
                      </a:pPr>
                      <a:r>
                        <a:rPr lang="en-US" sz="1200">
                          <a:effectLst/>
                        </a:rPr>
                        <a:t>comments</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VARCHAR2(500)</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Approval/Rejection comments</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extLst>
                  <a:ext uri="{0D108BD9-81ED-4DB2-BD59-A6C34878D82A}">
                    <a16:rowId xmlns:a16="http://schemas.microsoft.com/office/drawing/2014/main" val="425124894"/>
                  </a:ext>
                </a:extLst>
              </a:tr>
              <a:tr h="500743">
                <a:tc>
                  <a:txBody>
                    <a:bodyPr/>
                    <a:lstStyle/>
                    <a:p>
                      <a:pPr>
                        <a:buNone/>
                      </a:pPr>
                      <a:r>
                        <a:rPr lang="en-US" sz="1200">
                          <a:effectLst/>
                        </a:rPr>
                        <a:t>approval_status</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VARCHAR2(20)</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Approved/Rejected</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dirty="0">
                          <a:effectLst/>
                        </a:rPr>
                        <a:t>-</a:t>
                      </a:r>
                      <a:endParaRPr lang="en-IN" sz="1100" dirty="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extLst>
                  <a:ext uri="{0D108BD9-81ED-4DB2-BD59-A6C34878D82A}">
                    <a16:rowId xmlns:a16="http://schemas.microsoft.com/office/drawing/2014/main" val="1767074905"/>
                  </a:ext>
                </a:extLst>
              </a:tr>
            </a:tbl>
          </a:graphicData>
        </a:graphic>
      </p:graphicFrame>
    </p:spTree>
    <p:extLst>
      <p:ext uri="{BB962C8B-B14F-4D97-AF65-F5344CB8AC3E}">
        <p14:creationId xmlns:p14="http://schemas.microsoft.com/office/powerpoint/2010/main" val="23595686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1271227-37A8-BD2E-DA5F-9D1409CD539E}"/>
              </a:ext>
            </a:extLst>
          </p:cNvPr>
          <p:cNvSpPr txBox="1"/>
          <p:nvPr/>
        </p:nvSpPr>
        <p:spPr>
          <a:xfrm>
            <a:off x="570753" y="915815"/>
            <a:ext cx="8226300" cy="539378"/>
          </a:xfrm>
          <a:prstGeom prst="rect">
            <a:avLst/>
          </a:prstGeom>
          <a:noFill/>
        </p:spPr>
        <p:txBody>
          <a:bodyPr wrap="square" rtlCol="0">
            <a:spAutoFit/>
          </a:bodyPr>
          <a:lstStyle/>
          <a:p>
            <a:pPr algn="just">
              <a:lnSpc>
                <a:spcPct val="150000"/>
              </a:lnSpc>
            </a:pPr>
            <a:r>
              <a:rPr lang="en-IN" sz="2200" b="1" dirty="0">
                <a:latin typeface="Times New Roman" panose="02020603050405020304" pitchFamily="18" charset="0"/>
                <a:cs typeface="Times New Roman" panose="02020603050405020304" pitchFamily="18" charset="0"/>
              </a:rPr>
              <a:t>Modules:</a:t>
            </a:r>
            <a:endParaRPr lang="en-IN" b="1" dirty="0">
              <a:latin typeface="Times New Roman" panose="02020603050405020304" pitchFamily="18" charset="0"/>
              <a:cs typeface="Times New Roman" panose="02020603050405020304" pitchFamily="18" charset="0"/>
            </a:endParaRPr>
          </a:p>
        </p:txBody>
      </p:sp>
      <p:grpSp>
        <p:nvGrpSpPr>
          <p:cNvPr id="5" name="object 3">
            <a:extLst>
              <a:ext uri="{FF2B5EF4-FFF2-40B4-BE49-F238E27FC236}">
                <a16:creationId xmlns:a16="http://schemas.microsoft.com/office/drawing/2014/main" id="{21ABBE52-8710-4E6B-00A1-6AE2E264A905}"/>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BB01548A-FFE9-E3D8-12A9-78CF21156550}"/>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C2274CD8-F01F-9319-4AED-E01AFBB7B3F4}"/>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798807C2-A29E-0BF3-6CFE-592456DB3D5A}"/>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0012A6F5-DCDD-5346-54A8-BF352762053D}"/>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3953B3A5-B246-55AD-515B-436ED9F0D042}"/>
              </a:ext>
            </a:extLst>
          </p:cNvPr>
          <p:cNvSpPr txBox="1">
            <a:spLocks noGrp="1"/>
          </p:cNvSpPr>
          <p:nvPr>
            <p:ph type="title"/>
          </p:nvPr>
        </p:nvSpPr>
        <p:spPr>
          <a:xfrm>
            <a:off x="3945255" y="432593"/>
            <a:ext cx="2167890" cy="327660"/>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DESIGN</a:t>
            </a:r>
          </a:p>
        </p:txBody>
      </p:sp>
      <p:pic>
        <p:nvPicPr>
          <p:cNvPr id="11" name="object 3">
            <a:extLst>
              <a:ext uri="{FF2B5EF4-FFF2-40B4-BE49-F238E27FC236}">
                <a16:creationId xmlns:a16="http://schemas.microsoft.com/office/drawing/2014/main" id="{A01798C2-99DE-A723-BAF6-CF11F4E8C1FC}"/>
              </a:ext>
            </a:extLst>
          </p:cNvPr>
          <p:cNvPicPr/>
          <p:nvPr/>
        </p:nvPicPr>
        <p:blipFill>
          <a:blip r:embed="rId6" cstate="print"/>
          <a:stretch>
            <a:fillRect/>
          </a:stretch>
        </p:blipFill>
        <p:spPr>
          <a:xfrm>
            <a:off x="290750" y="204311"/>
            <a:ext cx="1163002" cy="424338"/>
          </a:xfrm>
          <a:prstGeom prst="rect">
            <a:avLst/>
          </a:prstGeom>
        </p:spPr>
      </p:pic>
      <p:sp>
        <p:nvSpPr>
          <p:cNvPr id="12" name="TextBox 11">
            <a:extLst>
              <a:ext uri="{FF2B5EF4-FFF2-40B4-BE49-F238E27FC236}">
                <a16:creationId xmlns:a16="http://schemas.microsoft.com/office/drawing/2014/main" id="{2E698EF3-6CC5-CB2B-B3DF-1F2230442C23}"/>
              </a:ext>
            </a:extLst>
          </p:cNvPr>
          <p:cNvSpPr txBox="1"/>
          <p:nvPr/>
        </p:nvSpPr>
        <p:spPr>
          <a:xfrm>
            <a:off x="457200" y="1383367"/>
            <a:ext cx="9257551" cy="6808603"/>
          </a:xfrm>
          <a:prstGeom prst="rect">
            <a:avLst/>
          </a:prstGeom>
          <a:noFill/>
        </p:spPr>
        <p:txBody>
          <a:bodyPr wrap="square">
            <a:spAutoFit/>
          </a:bodyPr>
          <a:lstStyle/>
          <a:p>
            <a:pPr lvl="0"/>
            <a:r>
              <a:rPr lang="en-IN" sz="2000" b="1" dirty="0">
                <a:latin typeface="Times New Roman" panose="02020603050405020304" pitchFamily="18" charset="0"/>
                <a:cs typeface="Times New Roman" panose="02020603050405020304" pitchFamily="18" charset="0"/>
              </a:rPr>
              <a:t>Login Module</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Handles user authentication using username and password</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Provides access based on roles such as employee, admin</a:t>
            </a:r>
          </a:p>
          <a:p>
            <a:pPr lvl="0"/>
            <a:r>
              <a:rPr lang="en-IN" sz="2000" b="1" dirty="0">
                <a:latin typeface="Times New Roman" panose="02020603050405020304" pitchFamily="18" charset="0"/>
                <a:cs typeface="Times New Roman" panose="02020603050405020304" pitchFamily="18" charset="0"/>
              </a:rPr>
              <a:t>Employee Module</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Allows employees to apply for leave</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Enables viewing of leave balance and leave history</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Allows checking the status of leave requests</a:t>
            </a:r>
          </a:p>
          <a:p>
            <a:pPr lvl="0"/>
            <a:r>
              <a:rPr lang="en-IN" sz="2000" b="1">
                <a:latin typeface="Times New Roman" panose="02020603050405020304" pitchFamily="18" charset="0"/>
                <a:cs typeface="Times New Roman" panose="02020603050405020304" pitchFamily="18" charset="0"/>
              </a:rPr>
              <a:t>Admin </a:t>
            </a:r>
            <a:r>
              <a:rPr lang="en-IN" sz="2000" b="1" dirty="0">
                <a:latin typeface="Times New Roman" panose="02020603050405020304" pitchFamily="18" charset="0"/>
                <a:cs typeface="Times New Roman" panose="02020603050405020304" pitchFamily="18" charset="0"/>
              </a:rPr>
              <a:t>Module</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Manages employee details and leave policies</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Adds or updates leave types and leave limits</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Monitors overall system activities</a:t>
            </a:r>
          </a:p>
          <a:p>
            <a:pPr lvl="0"/>
            <a:r>
              <a:rPr lang="en-IN" sz="2000" b="1" dirty="0">
                <a:latin typeface="Times New Roman" panose="02020603050405020304" pitchFamily="18" charset="0"/>
                <a:cs typeface="Times New Roman" panose="02020603050405020304" pitchFamily="18" charset="0"/>
              </a:rPr>
              <a:t>Reports Module</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Generates reports such as leave history, monthly summaries, and absenteeism reports</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Displays data in an organized format</a:t>
            </a:r>
          </a:p>
          <a:p>
            <a:pPr lvl="0"/>
            <a:r>
              <a:rPr lang="en-IN" sz="2000" b="1" dirty="0">
                <a:latin typeface="Times New Roman" panose="02020603050405020304" pitchFamily="18" charset="0"/>
                <a:cs typeface="Times New Roman" panose="02020603050405020304" pitchFamily="18" charset="0"/>
              </a:rPr>
              <a:t>Database Connectivity Module</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Connects the Java application with MySQL database using JDBC</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Executes SQL queries such as INSERT, UPDATE, DELETE, and SELECT</a:t>
            </a:r>
          </a:p>
          <a:p>
            <a:pPr lvl="0"/>
            <a:r>
              <a:rPr lang="en-IN" sz="2000" b="1" dirty="0">
                <a:latin typeface="Times New Roman" panose="02020603050405020304" pitchFamily="18" charset="0"/>
                <a:cs typeface="Times New Roman" panose="02020603050405020304" pitchFamily="18" charset="0"/>
              </a:rPr>
              <a:t>User Interface Module</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Provides a console-based interface for user interaction</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Handles input and output operations through the command prompt</a:t>
            </a:r>
          </a:p>
          <a:p>
            <a:pPr algn="just"/>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44958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A17A6E-C969-4FC6-1638-B02DC9858D8E}"/>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18CD80CE-9A20-C3F9-675C-6A5559C46A59}"/>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4EE6F78B-EB8B-E507-510F-5E3E95B98B6F}"/>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60BFA710-1140-7847-52D3-8D6778096E5F}"/>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49D1D7BE-6FAB-E379-94E6-040D6A76585E}"/>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2191A9B2-D3E3-35FE-4108-715E3C7C4CA7}"/>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00A15CDC-61F7-A7B4-E469-6B0C1199925B}"/>
              </a:ext>
            </a:extLst>
          </p:cNvPr>
          <p:cNvSpPr txBox="1">
            <a:spLocks noGrp="1"/>
          </p:cNvSpPr>
          <p:nvPr>
            <p:ph type="title"/>
          </p:nvPr>
        </p:nvSpPr>
        <p:spPr>
          <a:xfrm>
            <a:off x="3945254" y="432593"/>
            <a:ext cx="2836546"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Implementation</a:t>
            </a:r>
          </a:p>
        </p:txBody>
      </p:sp>
      <p:pic>
        <p:nvPicPr>
          <p:cNvPr id="11" name="object 3">
            <a:extLst>
              <a:ext uri="{FF2B5EF4-FFF2-40B4-BE49-F238E27FC236}">
                <a16:creationId xmlns:a16="http://schemas.microsoft.com/office/drawing/2014/main" id="{C4C71D08-C2F1-0E7E-1D5D-669DEF4FBD1A}"/>
              </a:ext>
            </a:extLst>
          </p:cNvPr>
          <p:cNvPicPr/>
          <p:nvPr/>
        </p:nvPicPr>
        <p:blipFill>
          <a:blip r:embed="rId6" cstate="print"/>
          <a:stretch>
            <a:fillRect/>
          </a:stretch>
        </p:blipFill>
        <p:spPr>
          <a:xfrm>
            <a:off x="290750" y="204311"/>
            <a:ext cx="1163002" cy="424338"/>
          </a:xfrm>
          <a:prstGeom prst="rect">
            <a:avLst/>
          </a:prstGeom>
        </p:spPr>
      </p:pic>
      <p:sp>
        <p:nvSpPr>
          <p:cNvPr id="3" name="TextBox 2">
            <a:extLst>
              <a:ext uri="{FF2B5EF4-FFF2-40B4-BE49-F238E27FC236}">
                <a16:creationId xmlns:a16="http://schemas.microsoft.com/office/drawing/2014/main" id="{06B09BF8-939E-6C76-4342-E04259FF568B}"/>
              </a:ext>
            </a:extLst>
          </p:cNvPr>
          <p:cNvSpPr txBox="1"/>
          <p:nvPr/>
        </p:nvSpPr>
        <p:spPr>
          <a:xfrm>
            <a:off x="990600" y="1449777"/>
            <a:ext cx="8763000" cy="1130374"/>
          </a:xfrm>
          <a:prstGeom prst="rect">
            <a:avLst/>
          </a:prstGeom>
          <a:noFill/>
        </p:spPr>
        <p:txBody>
          <a:bodyPr wrap="square">
            <a:spAutoFit/>
          </a:bodyPr>
          <a:lstStyle/>
          <a:p>
            <a:pPr>
              <a:lnSpc>
                <a:spcPct val="115000"/>
              </a:lnSpc>
              <a:spcAft>
                <a:spcPts val="800"/>
              </a:spcAft>
              <a:buNone/>
            </a:pPr>
            <a:r>
              <a:rPr lang="en-IN" sz="1800" b="1" u="sng" kern="100" dirty="0">
                <a:effectLst/>
                <a:latin typeface="Times New Roman" panose="02020603050405020304" pitchFamily="18" charset="0"/>
                <a:ea typeface="Calibri" panose="020F0502020204030204" pitchFamily="34" charset="0"/>
                <a:cs typeface="Gautami" panose="020B0502040204020203" pitchFamily="34" charset="0"/>
              </a:rPr>
              <a:t>Login window: </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a:p>
            <a:pPr>
              <a:lnSpc>
                <a:spcPct val="115000"/>
              </a:lnSpc>
              <a:spcAft>
                <a:spcPts val="800"/>
              </a:spcAft>
              <a:buNone/>
            </a:pPr>
            <a:r>
              <a:rPr lang="en-IN" sz="1800" b="1" u="none" strike="noStrike" kern="100" dirty="0">
                <a:effectLst/>
                <a:latin typeface="Times New Roman" panose="02020603050405020304" pitchFamily="18" charset="0"/>
                <a:ea typeface="Calibri" panose="020F0502020204030204" pitchFamily="34" charset="0"/>
                <a:cs typeface="Gautami" panose="020B0502040204020203" pitchFamily="34" charset="0"/>
              </a:rPr>
              <a:t> </a:t>
            </a:r>
            <a:r>
              <a:rPr lang="en-IN" sz="1800" kern="100" dirty="0">
                <a:effectLst/>
                <a:latin typeface="Times New Roman" panose="02020603050405020304" pitchFamily="18" charset="0"/>
                <a:ea typeface="Calibri" panose="020F0502020204030204" pitchFamily="34" charset="0"/>
                <a:cs typeface="Gautami" panose="020B0502040204020203" pitchFamily="34" charset="0"/>
              </a:rPr>
              <a:t>This window allows authorized users to enter their username and password to access the Employee Management System.</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p:txBody>
      </p:sp>
      <p:pic>
        <p:nvPicPr>
          <p:cNvPr id="2" name="Image 8">
            <a:extLst>
              <a:ext uri="{FF2B5EF4-FFF2-40B4-BE49-F238E27FC236}">
                <a16:creationId xmlns:a16="http://schemas.microsoft.com/office/drawing/2014/main" id="{9F30A407-9252-D09E-F29A-EF87DC8B72D7}"/>
              </a:ext>
            </a:extLst>
          </p:cNvPr>
          <p:cNvPicPr>
            <a:picLocks/>
          </p:cNvPicPr>
          <p:nvPr/>
        </p:nvPicPr>
        <p:blipFill>
          <a:blip r:embed="rId7" cstate="print"/>
          <a:stretch>
            <a:fillRect/>
          </a:stretch>
        </p:blipFill>
        <p:spPr>
          <a:xfrm>
            <a:off x="1600200" y="2743200"/>
            <a:ext cx="6629400" cy="4267200"/>
          </a:xfrm>
          <a:prstGeom prst="rect">
            <a:avLst/>
          </a:prstGeom>
        </p:spPr>
      </p:pic>
    </p:spTree>
    <p:extLst>
      <p:ext uri="{BB962C8B-B14F-4D97-AF65-F5344CB8AC3E}">
        <p14:creationId xmlns:p14="http://schemas.microsoft.com/office/powerpoint/2010/main" val="25142697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A882AF-3F85-D02B-B167-92BB06FA78F0}"/>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51F8D081-5351-6A34-F61D-4BFC9E697C5D}"/>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5B86A6D7-44C7-3F2E-0E87-B0BE38F5E600}"/>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00CAD93E-47B3-5F1C-50C3-CCFC6FA0C347}"/>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D61A56A4-0FD7-4B40-8D6B-4C66C95E7C91}"/>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CA7F524B-FE9E-1FF8-1621-5EDB9B2A9EBB}"/>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CFAF95C4-DE06-BB07-8BE1-1C14ACA3AC98}"/>
              </a:ext>
            </a:extLst>
          </p:cNvPr>
          <p:cNvSpPr txBox="1">
            <a:spLocks noGrp="1"/>
          </p:cNvSpPr>
          <p:nvPr>
            <p:ph type="title"/>
          </p:nvPr>
        </p:nvSpPr>
        <p:spPr>
          <a:xfrm>
            <a:off x="3724479" y="411877"/>
            <a:ext cx="2836546"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Implementation</a:t>
            </a:r>
          </a:p>
        </p:txBody>
      </p:sp>
      <p:pic>
        <p:nvPicPr>
          <p:cNvPr id="11" name="object 3">
            <a:extLst>
              <a:ext uri="{FF2B5EF4-FFF2-40B4-BE49-F238E27FC236}">
                <a16:creationId xmlns:a16="http://schemas.microsoft.com/office/drawing/2014/main" id="{C43AD385-1BD8-C19B-6526-BBB862770E82}"/>
              </a:ext>
            </a:extLst>
          </p:cNvPr>
          <p:cNvPicPr/>
          <p:nvPr/>
        </p:nvPicPr>
        <p:blipFill>
          <a:blip r:embed="rId6" cstate="print"/>
          <a:stretch>
            <a:fillRect/>
          </a:stretch>
        </p:blipFill>
        <p:spPr>
          <a:xfrm>
            <a:off x="290750" y="204311"/>
            <a:ext cx="1163002" cy="424338"/>
          </a:xfrm>
          <a:prstGeom prst="rect">
            <a:avLst/>
          </a:prstGeom>
        </p:spPr>
      </p:pic>
      <p:sp>
        <p:nvSpPr>
          <p:cNvPr id="3" name="TextBox 2">
            <a:extLst>
              <a:ext uri="{FF2B5EF4-FFF2-40B4-BE49-F238E27FC236}">
                <a16:creationId xmlns:a16="http://schemas.microsoft.com/office/drawing/2014/main" id="{B8DE39BD-B38D-F038-C3C2-37F3F226C77D}"/>
              </a:ext>
            </a:extLst>
          </p:cNvPr>
          <p:cNvSpPr txBox="1"/>
          <p:nvPr/>
        </p:nvSpPr>
        <p:spPr>
          <a:xfrm>
            <a:off x="990600" y="1449777"/>
            <a:ext cx="8763000" cy="1477328"/>
          </a:xfrm>
          <a:prstGeom prst="rect">
            <a:avLst/>
          </a:prstGeom>
          <a:noFill/>
        </p:spPr>
        <p:txBody>
          <a:bodyPr wrap="square">
            <a:spAutoFit/>
          </a:bodyPr>
          <a:lstStyle/>
          <a:p>
            <a:r>
              <a:rPr lang="en-IN" sz="1800" b="1" u="sng" dirty="0"/>
              <a:t>Main Window:</a:t>
            </a:r>
            <a:endParaRPr lang="en-IN" sz="1800" dirty="0"/>
          </a:p>
          <a:p>
            <a:r>
              <a:rPr lang="en-IN" sz="1800" b="1" dirty="0"/>
              <a:t> </a:t>
            </a:r>
            <a:endParaRPr lang="en-IN" sz="1800" dirty="0"/>
          </a:p>
          <a:p>
            <a:r>
              <a:rPr lang="en-IN" sz="1800" dirty="0"/>
              <a:t>This </a:t>
            </a:r>
            <a:r>
              <a:rPr lang="en-US" sz="1800" dirty="0"/>
              <a:t>Provides options such as Apply Leave, View Leave Balance, Check Leave Status, Approve/Reject Requests, and Generate Reports.</a:t>
            </a:r>
            <a:endParaRPr lang="en-IN" sz="1800" dirty="0"/>
          </a:p>
          <a:p>
            <a:endParaRPr lang="en-IN" sz="1800" dirty="0"/>
          </a:p>
        </p:txBody>
      </p:sp>
      <p:pic>
        <p:nvPicPr>
          <p:cNvPr id="4" name="Image 9">
            <a:extLst>
              <a:ext uri="{FF2B5EF4-FFF2-40B4-BE49-F238E27FC236}">
                <a16:creationId xmlns:a16="http://schemas.microsoft.com/office/drawing/2014/main" id="{A0D961D1-DE2B-CD98-52F6-A1D71AFF1CD4}"/>
              </a:ext>
            </a:extLst>
          </p:cNvPr>
          <p:cNvPicPr>
            <a:picLocks/>
          </p:cNvPicPr>
          <p:nvPr/>
        </p:nvPicPr>
        <p:blipFill>
          <a:blip r:embed="rId7" cstate="print"/>
          <a:stretch>
            <a:fillRect/>
          </a:stretch>
        </p:blipFill>
        <p:spPr>
          <a:xfrm>
            <a:off x="290750" y="3022584"/>
            <a:ext cx="4776073" cy="2844816"/>
          </a:xfrm>
          <a:prstGeom prst="rect">
            <a:avLst/>
          </a:prstGeom>
        </p:spPr>
      </p:pic>
      <p:pic>
        <p:nvPicPr>
          <p:cNvPr id="12" name="Image 10">
            <a:extLst>
              <a:ext uri="{FF2B5EF4-FFF2-40B4-BE49-F238E27FC236}">
                <a16:creationId xmlns:a16="http://schemas.microsoft.com/office/drawing/2014/main" id="{8F186CAD-B490-9F53-957F-55A3DAF97E3C}"/>
              </a:ext>
            </a:extLst>
          </p:cNvPr>
          <p:cNvPicPr>
            <a:picLocks/>
          </p:cNvPicPr>
          <p:nvPr/>
        </p:nvPicPr>
        <p:blipFill>
          <a:blip r:embed="rId8" cstate="print"/>
          <a:stretch>
            <a:fillRect/>
          </a:stretch>
        </p:blipFill>
        <p:spPr>
          <a:xfrm>
            <a:off x="5224849" y="3022585"/>
            <a:ext cx="4495800" cy="2844816"/>
          </a:xfrm>
          <a:prstGeom prst="rect">
            <a:avLst/>
          </a:prstGeom>
        </p:spPr>
      </p:pic>
    </p:spTree>
    <p:extLst>
      <p:ext uri="{BB962C8B-B14F-4D97-AF65-F5344CB8AC3E}">
        <p14:creationId xmlns:p14="http://schemas.microsoft.com/office/powerpoint/2010/main" val="29724830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5A61D0-099F-C774-0062-C8956AD10B14}"/>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C44C1A33-7C14-0DEB-3965-284AF49FCF96}"/>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B5AD8913-F996-8CEC-7934-417EC50677A9}"/>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C4C01121-5342-6ED4-E848-5F0A26A4F298}"/>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E76C04D3-36A1-A3D8-4753-54D754D06823}"/>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DEDA527A-944E-DD9F-9390-C3FE8A62152A}"/>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E1E0144C-CD6A-71E3-CB87-9E558AD5FF4A}"/>
              </a:ext>
            </a:extLst>
          </p:cNvPr>
          <p:cNvSpPr txBox="1">
            <a:spLocks noGrp="1"/>
          </p:cNvSpPr>
          <p:nvPr>
            <p:ph type="title"/>
          </p:nvPr>
        </p:nvSpPr>
        <p:spPr>
          <a:xfrm>
            <a:off x="3724479" y="450118"/>
            <a:ext cx="2836546"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Implementation</a:t>
            </a:r>
          </a:p>
        </p:txBody>
      </p:sp>
      <p:pic>
        <p:nvPicPr>
          <p:cNvPr id="11" name="object 3">
            <a:extLst>
              <a:ext uri="{FF2B5EF4-FFF2-40B4-BE49-F238E27FC236}">
                <a16:creationId xmlns:a16="http://schemas.microsoft.com/office/drawing/2014/main" id="{63F76BCB-14FA-BBEA-1CDB-64C0E4637DB7}"/>
              </a:ext>
            </a:extLst>
          </p:cNvPr>
          <p:cNvPicPr/>
          <p:nvPr/>
        </p:nvPicPr>
        <p:blipFill>
          <a:blip r:embed="rId6" cstate="print"/>
          <a:stretch>
            <a:fillRect/>
          </a:stretch>
        </p:blipFill>
        <p:spPr>
          <a:xfrm>
            <a:off x="290750" y="204311"/>
            <a:ext cx="1163002" cy="424338"/>
          </a:xfrm>
          <a:prstGeom prst="rect">
            <a:avLst/>
          </a:prstGeom>
        </p:spPr>
      </p:pic>
      <p:sp>
        <p:nvSpPr>
          <p:cNvPr id="3" name="TextBox 2">
            <a:extLst>
              <a:ext uri="{FF2B5EF4-FFF2-40B4-BE49-F238E27FC236}">
                <a16:creationId xmlns:a16="http://schemas.microsoft.com/office/drawing/2014/main" id="{7E08911D-DB8D-864A-A56A-021103D1465A}"/>
              </a:ext>
            </a:extLst>
          </p:cNvPr>
          <p:cNvSpPr txBox="1"/>
          <p:nvPr/>
        </p:nvSpPr>
        <p:spPr>
          <a:xfrm>
            <a:off x="990600" y="1449777"/>
            <a:ext cx="8763000" cy="1477328"/>
          </a:xfrm>
          <a:prstGeom prst="rect">
            <a:avLst/>
          </a:prstGeom>
          <a:noFill/>
        </p:spPr>
        <p:txBody>
          <a:bodyPr wrap="square">
            <a:spAutoFit/>
          </a:bodyPr>
          <a:lstStyle/>
          <a:p>
            <a:r>
              <a:rPr lang="en-IN" sz="1800" b="1" u="sng" dirty="0"/>
              <a:t>Apply Leave Screen:</a:t>
            </a:r>
            <a:endParaRPr lang="en-IN" sz="1800" dirty="0"/>
          </a:p>
          <a:p>
            <a:r>
              <a:rPr lang="en-IN" sz="1800" b="1" dirty="0"/>
              <a:t> </a:t>
            </a:r>
            <a:endParaRPr lang="en-IN" sz="1800" dirty="0"/>
          </a:p>
          <a:p>
            <a:pPr algn="just"/>
            <a:r>
              <a:rPr lang="en-IN" sz="1800" dirty="0"/>
              <a:t>This </a:t>
            </a:r>
            <a:r>
              <a:rPr lang="en-US" sz="1800" dirty="0"/>
              <a:t>Shows the interface used by employees to enter leave details such as leave type, start date, end date, and reason for applying leave.</a:t>
            </a:r>
            <a:endParaRPr lang="en-IN" sz="1800" dirty="0"/>
          </a:p>
          <a:p>
            <a:pPr algn="just"/>
            <a:endParaRPr lang="en-IN" sz="1800" dirty="0"/>
          </a:p>
        </p:txBody>
      </p:sp>
      <p:pic>
        <p:nvPicPr>
          <p:cNvPr id="4" name="Image 11">
            <a:extLst>
              <a:ext uri="{FF2B5EF4-FFF2-40B4-BE49-F238E27FC236}">
                <a16:creationId xmlns:a16="http://schemas.microsoft.com/office/drawing/2014/main" id="{F934F50B-D481-C419-5000-0D6A29627667}"/>
              </a:ext>
            </a:extLst>
          </p:cNvPr>
          <p:cNvPicPr>
            <a:picLocks/>
          </p:cNvPicPr>
          <p:nvPr/>
        </p:nvPicPr>
        <p:blipFill>
          <a:blip r:embed="rId7" cstate="print"/>
          <a:stretch>
            <a:fillRect/>
          </a:stretch>
        </p:blipFill>
        <p:spPr>
          <a:xfrm>
            <a:off x="1905000" y="2740475"/>
            <a:ext cx="6553200" cy="4422326"/>
          </a:xfrm>
          <a:prstGeom prst="rect">
            <a:avLst/>
          </a:prstGeom>
        </p:spPr>
      </p:pic>
    </p:spTree>
    <p:extLst>
      <p:ext uri="{BB962C8B-B14F-4D97-AF65-F5344CB8AC3E}">
        <p14:creationId xmlns:p14="http://schemas.microsoft.com/office/powerpoint/2010/main" val="3599639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5FAADD-4D19-CE1A-A0AE-6EEF35365F00}"/>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D7B9191B-FE96-8A59-9690-2C061E758CB3}"/>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20D78732-F9B9-1FDA-D8E5-B64B1742716B}"/>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0F82D761-8FA6-96D2-9CDC-DFD4213896D4}"/>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678599C3-BD7C-742E-28E2-F7E1A4CB43D8}"/>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9F6FA399-08A4-A0BD-F528-C5D21B7052B3}"/>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8F364F5D-D793-1E9D-BAE2-D5AEB2FAA6EF}"/>
              </a:ext>
            </a:extLst>
          </p:cNvPr>
          <p:cNvSpPr txBox="1">
            <a:spLocks noGrp="1"/>
          </p:cNvSpPr>
          <p:nvPr>
            <p:ph type="title"/>
          </p:nvPr>
        </p:nvSpPr>
        <p:spPr>
          <a:xfrm>
            <a:off x="3886200" y="416480"/>
            <a:ext cx="2836546"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Implementation</a:t>
            </a:r>
          </a:p>
        </p:txBody>
      </p:sp>
      <p:pic>
        <p:nvPicPr>
          <p:cNvPr id="11" name="object 3">
            <a:extLst>
              <a:ext uri="{FF2B5EF4-FFF2-40B4-BE49-F238E27FC236}">
                <a16:creationId xmlns:a16="http://schemas.microsoft.com/office/drawing/2014/main" id="{3FA4B9F1-F58E-6088-7BFB-C923676C0FFD}"/>
              </a:ext>
            </a:extLst>
          </p:cNvPr>
          <p:cNvPicPr/>
          <p:nvPr/>
        </p:nvPicPr>
        <p:blipFill>
          <a:blip r:embed="rId6" cstate="print"/>
          <a:stretch>
            <a:fillRect/>
          </a:stretch>
        </p:blipFill>
        <p:spPr>
          <a:xfrm>
            <a:off x="290750" y="204311"/>
            <a:ext cx="1163002" cy="424338"/>
          </a:xfrm>
          <a:prstGeom prst="rect">
            <a:avLst/>
          </a:prstGeom>
        </p:spPr>
      </p:pic>
      <p:sp>
        <p:nvSpPr>
          <p:cNvPr id="3" name="TextBox 2">
            <a:extLst>
              <a:ext uri="{FF2B5EF4-FFF2-40B4-BE49-F238E27FC236}">
                <a16:creationId xmlns:a16="http://schemas.microsoft.com/office/drawing/2014/main" id="{DFDFF7E8-2D7E-EE44-718C-EFE70C9A2E40}"/>
              </a:ext>
            </a:extLst>
          </p:cNvPr>
          <p:cNvSpPr txBox="1"/>
          <p:nvPr/>
        </p:nvSpPr>
        <p:spPr>
          <a:xfrm>
            <a:off x="990600" y="1449777"/>
            <a:ext cx="8763000" cy="1200329"/>
          </a:xfrm>
          <a:prstGeom prst="rect">
            <a:avLst/>
          </a:prstGeom>
          <a:noFill/>
        </p:spPr>
        <p:txBody>
          <a:bodyPr wrap="square">
            <a:spAutoFit/>
          </a:bodyPr>
          <a:lstStyle/>
          <a:p>
            <a:r>
              <a:rPr lang="en-US" sz="1800" b="1" u="sng" dirty="0"/>
              <a:t>View Leave Records Screen:</a:t>
            </a:r>
            <a:endParaRPr lang="en-IN" sz="1800" dirty="0"/>
          </a:p>
          <a:p>
            <a:pPr algn="just"/>
            <a:r>
              <a:rPr lang="en-US" sz="1800" dirty="0"/>
              <a:t>Displays all leave records including leave type, dates, and status in a structured format.</a:t>
            </a:r>
            <a:endParaRPr lang="en-IN" sz="1800" dirty="0"/>
          </a:p>
          <a:p>
            <a:pPr algn="just"/>
            <a:endParaRPr lang="en-IN" sz="1800" dirty="0"/>
          </a:p>
        </p:txBody>
      </p:sp>
      <p:pic>
        <p:nvPicPr>
          <p:cNvPr id="4" name="Image 13">
            <a:extLst>
              <a:ext uri="{FF2B5EF4-FFF2-40B4-BE49-F238E27FC236}">
                <a16:creationId xmlns:a16="http://schemas.microsoft.com/office/drawing/2014/main" id="{3BCB9976-28B2-9C1D-494D-C366B92B1CBD}"/>
              </a:ext>
            </a:extLst>
          </p:cNvPr>
          <p:cNvPicPr>
            <a:picLocks/>
          </p:cNvPicPr>
          <p:nvPr/>
        </p:nvPicPr>
        <p:blipFill>
          <a:blip r:embed="rId7" cstate="print"/>
          <a:stretch>
            <a:fillRect/>
          </a:stretch>
        </p:blipFill>
        <p:spPr>
          <a:xfrm>
            <a:off x="1143000" y="2463476"/>
            <a:ext cx="7924800" cy="4165924"/>
          </a:xfrm>
          <a:prstGeom prst="rect">
            <a:avLst/>
          </a:prstGeom>
        </p:spPr>
      </p:pic>
    </p:spTree>
    <p:extLst>
      <p:ext uri="{BB962C8B-B14F-4D97-AF65-F5344CB8AC3E}">
        <p14:creationId xmlns:p14="http://schemas.microsoft.com/office/powerpoint/2010/main" val="40492491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object 3">
            <a:extLst>
              <a:ext uri="{FF2B5EF4-FFF2-40B4-BE49-F238E27FC236}">
                <a16:creationId xmlns:a16="http://schemas.microsoft.com/office/drawing/2014/main" id="{8765DCEB-C15C-BA6C-2446-0CED7B9C67DB}"/>
              </a:ext>
            </a:extLst>
          </p:cNvPr>
          <p:cNvGrpSpPr/>
          <p:nvPr/>
        </p:nvGrpSpPr>
        <p:grpSpPr>
          <a:xfrm>
            <a:off x="2439148" y="457200"/>
            <a:ext cx="5180104" cy="1198311"/>
            <a:chOff x="2648188" y="47148"/>
            <a:chExt cx="5103904" cy="1198311"/>
          </a:xfrm>
        </p:grpSpPr>
        <p:pic>
          <p:nvPicPr>
            <p:cNvPr id="9" name="object 4">
              <a:extLst>
                <a:ext uri="{FF2B5EF4-FFF2-40B4-BE49-F238E27FC236}">
                  <a16:creationId xmlns:a16="http://schemas.microsoft.com/office/drawing/2014/main" id="{665E5049-9CD1-C6E1-32C0-3281D9B7FAFA}"/>
                </a:ext>
              </a:extLst>
            </p:cNvPr>
            <p:cNvPicPr/>
            <p:nvPr/>
          </p:nvPicPr>
          <p:blipFill>
            <a:blip r:embed="rId2" cstate="print"/>
            <a:stretch>
              <a:fillRect/>
            </a:stretch>
          </p:blipFill>
          <p:spPr>
            <a:xfrm>
              <a:off x="2648188" y="47148"/>
              <a:ext cx="5103904" cy="1198311"/>
            </a:xfrm>
            <a:prstGeom prst="rect">
              <a:avLst/>
            </a:prstGeom>
          </p:spPr>
        </p:pic>
        <p:pic>
          <p:nvPicPr>
            <p:cNvPr id="10" name="object 5">
              <a:extLst>
                <a:ext uri="{FF2B5EF4-FFF2-40B4-BE49-F238E27FC236}">
                  <a16:creationId xmlns:a16="http://schemas.microsoft.com/office/drawing/2014/main" id="{4DADE6B4-51C0-496B-7873-D84C53583F74}"/>
                </a:ext>
              </a:extLst>
            </p:cNvPr>
            <p:cNvPicPr/>
            <p:nvPr/>
          </p:nvPicPr>
          <p:blipFill>
            <a:blip r:embed="rId3" cstate="print"/>
            <a:stretch>
              <a:fillRect/>
            </a:stretch>
          </p:blipFill>
          <p:spPr>
            <a:xfrm>
              <a:off x="2703195" y="86439"/>
              <a:ext cx="4997767" cy="1092279"/>
            </a:xfrm>
            <a:prstGeom prst="rect">
              <a:avLst/>
            </a:prstGeom>
          </p:spPr>
        </p:pic>
        <p:pic>
          <p:nvPicPr>
            <p:cNvPr id="11" name="object 6">
              <a:extLst>
                <a:ext uri="{FF2B5EF4-FFF2-40B4-BE49-F238E27FC236}">
                  <a16:creationId xmlns:a16="http://schemas.microsoft.com/office/drawing/2014/main" id="{2FC3AA35-C9AF-AF73-0750-B26995E789A1}"/>
                </a:ext>
              </a:extLst>
            </p:cNvPr>
            <p:cNvPicPr/>
            <p:nvPr/>
          </p:nvPicPr>
          <p:blipFill>
            <a:blip r:embed="rId4" cstate="print"/>
            <a:stretch>
              <a:fillRect/>
            </a:stretch>
          </p:blipFill>
          <p:spPr>
            <a:xfrm>
              <a:off x="2828925" y="243549"/>
              <a:ext cx="4585268" cy="522565"/>
            </a:xfrm>
            <a:prstGeom prst="rect">
              <a:avLst/>
            </a:prstGeom>
          </p:spPr>
        </p:pic>
        <p:sp>
          <p:nvSpPr>
            <p:cNvPr id="12" name="object 7">
              <a:extLst>
                <a:ext uri="{FF2B5EF4-FFF2-40B4-BE49-F238E27FC236}">
                  <a16:creationId xmlns:a16="http://schemas.microsoft.com/office/drawing/2014/main" id="{F5960933-C39C-ABA7-1B36-6ADA9D331A5D}"/>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4" name="Title 13">
            <a:extLst>
              <a:ext uri="{FF2B5EF4-FFF2-40B4-BE49-F238E27FC236}">
                <a16:creationId xmlns:a16="http://schemas.microsoft.com/office/drawing/2014/main" id="{1C22B1F3-AC81-8B4A-898A-FE41746DDF80}"/>
              </a:ext>
            </a:extLst>
          </p:cNvPr>
          <p:cNvSpPr>
            <a:spLocks noGrp="1"/>
          </p:cNvSpPr>
          <p:nvPr>
            <p:ph type="title"/>
          </p:nvPr>
        </p:nvSpPr>
        <p:spPr>
          <a:xfrm>
            <a:off x="3581400" y="692944"/>
            <a:ext cx="3643176" cy="483221"/>
          </a:xfrm>
        </p:spPr>
        <p:txBody>
          <a:bodyPr/>
          <a:lstStyle/>
          <a:p>
            <a:r>
              <a:rPr lang="en-US" sz="2000" dirty="0">
                <a:solidFill>
                  <a:schemeClr val="bg1"/>
                </a:solidFill>
              </a:rPr>
              <a:t>System implementation</a:t>
            </a:r>
            <a:endParaRPr lang="en-IN" sz="2000" dirty="0">
              <a:solidFill>
                <a:schemeClr val="bg1"/>
              </a:solidFill>
            </a:endParaRPr>
          </a:p>
        </p:txBody>
      </p:sp>
      <p:pic>
        <p:nvPicPr>
          <p:cNvPr id="15" name="object 3">
            <a:extLst>
              <a:ext uri="{FF2B5EF4-FFF2-40B4-BE49-F238E27FC236}">
                <a16:creationId xmlns:a16="http://schemas.microsoft.com/office/drawing/2014/main" id="{FA2F1C8E-314B-7684-3FE7-EC22EA8781D4}"/>
              </a:ext>
            </a:extLst>
          </p:cNvPr>
          <p:cNvPicPr/>
          <p:nvPr/>
        </p:nvPicPr>
        <p:blipFill>
          <a:blip r:embed="rId5" cstate="print"/>
          <a:stretch>
            <a:fillRect/>
          </a:stretch>
        </p:blipFill>
        <p:spPr>
          <a:xfrm>
            <a:off x="290750" y="204311"/>
            <a:ext cx="1163002" cy="424338"/>
          </a:xfrm>
          <a:prstGeom prst="rect">
            <a:avLst/>
          </a:prstGeom>
        </p:spPr>
      </p:pic>
      <p:sp>
        <p:nvSpPr>
          <p:cNvPr id="17" name="TextBox 16">
            <a:extLst>
              <a:ext uri="{FF2B5EF4-FFF2-40B4-BE49-F238E27FC236}">
                <a16:creationId xmlns:a16="http://schemas.microsoft.com/office/drawing/2014/main" id="{D99C8629-CBC7-C1B0-BCF3-D4E1939E2804}"/>
              </a:ext>
            </a:extLst>
          </p:cNvPr>
          <p:cNvSpPr txBox="1"/>
          <p:nvPr/>
        </p:nvSpPr>
        <p:spPr>
          <a:xfrm>
            <a:off x="373788" y="1380395"/>
            <a:ext cx="9151212" cy="1854354"/>
          </a:xfrm>
          <a:prstGeom prst="rect">
            <a:avLst/>
          </a:prstGeom>
          <a:noFill/>
        </p:spPr>
        <p:txBody>
          <a:bodyPr wrap="square">
            <a:spAutoFit/>
          </a:bodyPr>
          <a:lstStyle/>
          <a:p>
            <a:pPr>
              <a:spcBef>
                <a:spcPts val="60"/>
              </a:spcBef>
              <a:buNone/>
            </a:pPr>
            <a:r>
              <a:rPr lang="en-US" sz="1600" dirty="0">
                <a:effectLst/>
                <a:latin typeface="Times New Roman" panose="02020603050405020304" pitchFamily="18" charset="0"/>
                <a:ea typeface="Times New Roman" panose="02020603050405020304" pitchFamily="18" charset="0"/>
              </a:rPr>
              <a:t> </a:t>
            </a:r>
            <a:endParaRPr lang="en-IN" sz="1600" dirty="0">
              <a:effectLst/>
              <a:latin typeface="Times New Roman" panose="02020603050405020304" pitchFamily="18" charset="0"/>
              <a:ea typeface="Times New Roman" panose="02020603050405020304" pitchFamily="18" charset="0"/>
            </a:endParaRPr>
          </a:p>
          <a:p>
            <a:pPr marL="436245" indent="-264795">
              <a:spcBef>
                <a:spcPts val="940"/>
              </a:spcBef>
              <a:buNone/>
            </a:pPr>
            <a:r>
              <a:rPr lang="en-US" sz="1800" b="1" u="sng" spc="-10" dirty="0">
                <a:effectLst/>
                <a:latin typeface="Times New Roman" panose="02020603050405020304" pitchFamily="18" charset="0"/>
                <a:ea typeface="Times New Roman" panose="02020603050405020304" pitchFamily="18" charset="0"/>
              </a:rPr>
              <a:t> </a:t>
            </a:r>
            <a:r>
              <a:rPr lang="en-US" sz="2000" b="1" u="sng" spc="-60" dirty="0">
                <a:effectLst/>
                <a:latin typeface="Times New Roman" panose="02020603050405020304" pitchFamily="18" charset="0"/>
                <a:ea typeface="Times New Roman" panose="02020603050405020304" pitchFamily="18" charset="0"/>
              </a:rPr>
              <a:t>Admin</a:t>
            </a:r>
            <a:r>
              <a:rPr lang="en-US" sz="2000" b="1" u="sng" spc="-90" dirty="0">
                <a:effectLst/>
                <a:latin typeface="Times New Roman" panose="02020603050405020304" pitchFamily="18" charset="0"/>
                <a:ea typeface="Times New Roman" panose="02020603050405020304" pitchFamily="18" charset="0"/>
              </a:rPr>
              <a:t> </a:t>
            </a:r>
            <a:r>
              <a:rPr lang="en-US" sz="2000" b="1" u="sng" spc="-60" dirty="0">
                <a:effectLst/>
                <a:latin typeface="Times New Roman" panose="02020603050405020304" pitchFamily="18" charset="0"/>
                <a:ea typeface="Times New Roman" panose="02020603050405020304" pitchFamily="18" charset="0"/>
              </a:rPr>
              <a:t>Approval Screen:</a:t>
            </a:r>
          </a:p>
          <a:p>
            <a:pPr marL="436245" indent="-264795">
              <a:spcBef>
                <a:spcPts val="940"/>
              </a:spcBef>
            </a:pPr>
            <a:r>
              <a:rPr lang="en-US" sz="1800" dirty="0"/>
              <a:t>Shows the interface used by managers to approve or reject leave requests submitted by employees.</a:t>
            </a:r>
            <a:endParaRPr lang="en-IN" sz="1800" dirty="0"/>
          </a:p>
          <a:p>
            <a:pPr marL="436245" indent="-264795">
              <a:spcBef>
                <a:spcPts val="940"/>
              </a:spcBef>
              <a:buNone/>
            </a:pPr>
            <a:endParaRPr lang="en-IN" sz="2000" b="1" dirty="0">
              <a:effectLst/>
              <a:latin typeface="Times New Roman" panose="02020603050405020304" pitchFamily="18" charset="0"/>
              <a:ea typeface="Times New Roman" panose="02020603050405020304" pitchFamily="18" charset="0"/>
            </a:endParaRPr>
          </a:p>
        </p:txBody>
      </p:sp>
      <p:pic>
        <p:nvPicPr>
          <p:cNvPr id="18" name="Image 14">
            <a:extLst>
              <a:ext uri="{FF2B5EF4-FFF2-40B4-BE49-F238E27FC236}">
                <a16:creationId xmlns:a16="http://schemas.microsoft.com/office/drawing/2014/main" id="{2A1608CF-FDC4-E7E7-4DFE-A395DAB104FF}"/>
              </a:ext>
            </a:extLst>
          </p:cNvPr>
          <p:cNvPicPr>
            <a:picLocks/>
          </p:cNvPicPr>
          <p:nvPr/>
        </p:nvPicPr>
        <p:blipFill>
          <a:blip r:embed="rId6" cstate="print"/>
          <a:stretch>
            <a:fillRect/>
          </a:stretch>
        </p:blipFill>
        <p:spPr>
          <a:xfrm>
            <a:off x="685800" y="2895600"/>
            <a:ext cx="8305800" cy="4495800"/>
          </a:xfrm>
          <a:prstGeom prst="rect">
            <a:avLst/>
          </a:prstGeom>
        </p:spPr>
      </p:pic>
    </p:spTree>
    <p:extLst>
      <p:ext uri="{BB962C8B-B14F-4D97-AF65-F5344CB8AC3E}">
        <p14:creationId xmlns:p14="http://schemas.microsoft.com/office/powerpoint/2010/main" val="38614046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69D7A6-30CB-7E3B-CCE1-869719BC2FEB}"/>
            </a:ext>
          </a:extLst>
        </p:cNvPr>
        <p:cNvGrpSpPr/>
        <p:nvPr/>
      </p:nvGrpSpPr>
      <p:grpSpPr>
        <a:xfrm>
          <a:off x="0" y="0"/>
          <a:ext cx="0" cy="0"/>
          <a:chOff x="0" y="0"/>
          <a:chExt cx="0" cy="0"/>
        </a:xfrm>
      </p:grpSpPr>
      <p:grpSp>
        <p:nvGrpSpPr>
          <p:cNvPr id="8" name="object 3">
            <a:extLst>
              <a:ext uri="{FF2B5EF4-FFF2-40B4-BE49-F238E27FC236}">
                <a16:creationId xmlns:a16="http://schemas.microsoft.com/office/drawing/2014/main" id="{C09D3D15-D972-F705-C658-0A06C74687ED}"/>
              </a:ext>
            </a:extLst>
          </p:cNvPr>
          <p:cNvGrpSpPr/>
          <p:nvPr/>
        </p:nvGrpSpPr>
        <p:grpSpPr>
          <a:xfrm>
            <a:off x="2439148" y="457200"/>
            <a:ext cx="5180104" cy="1198311"/>
            <a:chOff x="2648188" y="47148"/>
            <a:chExt cx="5103904" cy="1198311"/>
          </a:xfrm>
        </p:grpSpPr>
        <p:pic>
          <p:nvPicPr>
            <p:cNvPr id="9" name="object 4">
              <a:extLst>
                <a:ext uri="{FF2B5EF4-FFF2-40B4-BE49-F238E27FC236}">
                  <a16:creationId xmlns:a16="http://schemas.microsoft.com/office/drawing/2014/main" id="{9D6BE550-90D7-049A-4BDB-7EDCD9EB70AB}"/>
                </a:ext>
              </a:extLst>
            </p:cNvPr>
            <p:cNvPicPr/>
            <p:nvPr/>
          </p:nvPicPr>
          <p:blipFill>
            <a:blip r:embed="rId2" cstate="print"/>
            <a:stretch>
              <a:fillRect/>
            </a:stretch>
          </p:blipFill>
          <p:spPr>
            <a:xfrm>
              <a:off x="2648188" y="47148"/>
              <a:ext cx="5103904" cy="1198311"/>
            </a:xfrm>
            <a:prstGeom prst="rect">
              <a:avLst/>
            </a:prstGeom>
          </p:spPr>
        </p:pic>
        <p:pic>
          <p:nvPicPr>
            <p:cNvPr id="10" name="object 5">
              <a:extLst>
                <a:ext uri="{FF2B5EF4-FFF2-40B4-BE49-F238E27FC236}">
                  <a16:creationId xmlns:a16="http://schemas.microsoft.com/office/drawing/2014/main" id="{0109B441-F38E-E604-CB57-27088D6C7BDE}"/>
                </a:ext>
              </a:extLst>
            </p:cNvPr>
            <p:cNvPicPr/>
            <p:nvPr/>
          </p:nvPicPr>
          <p:blipFill>
            <a:blip r:embed="rId3" cstate="print"/>
            <a:stretch>
              <a:fillRect/>
            </a:stretch>
          </p:blipFill>
          <p:spPr>
            <a:xfrm>
              <a:off x="2703195" y="86439"/>
              <a:ext cx="4997767" cy="1092279"/>
            </a:xfrm>
            <a:prstGeom prst="rect">
              <a:avLst/>
            </a:prstGeom>
          </p:spPr>
        </p:pic>
        <p:pic>
          <p:nvPicPr>
            <p:cNvPr id="11" name="object 6">
              <a:extLst>
                <a:ext uri="{FF2B5EF4-FFF2-40B4-BE49-F238E27FC236}">
                  <a16:creationId xmlns:a16="http://schemas.microsoft.com/office/drawing/2014/main" id="{0A600E52-4569-2E2F-2885-3585CAC0B5D2}"/>
                </a:ext>
              </a:extLst>
            </p:cNvPr>
            <p:cNvPicPr/>
            <p:nvPr/>
          </p:nvPicPr>
          <p:blipFill>
            <a:blip r:embed="rId4" cstate="print"/>
            <a:stretch>
              <a:fillRect/>
            </a:stretch>
          </p:blipFill>
          <p:spPr>
            <a:xfrm>
              <a:off x="2828925" y="243549"/>
              <a:ext cx="4585268" cy="522565"/>
            </a:xfrm>
            <a:prstGeom prst="rect">
              <a:avLst/>
            </a:prstGeom>
          </p:spPr>
        </p:pic>
        <p:sp>
          <p:nvSpPr>
            <p:cNvPr id="12" name="object 7">
              <a:extLst>
                <a:ext uri="{FF2B5EF4-FFF2-40B4-BE49-F238E27FC236}">
                  <a16:creationId xmlns:a16="http://schemas.microsoft.com/office/drawing/2014/main" id="{2A00C427-E19B-F503-32D2-B8C035370879}"/>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4" name="Title 13">
            <a:extLst>
              <a:ext uri="{FF2B5EF4-FFF2-40B4-BE49-F238E27FC236}">
                <a16:creationId xmlns:a16="http://schemas.microsoft.com/office/drawing/2014/main" id="{A5E9E67D-5AAF-ABBD-D3DF-95F0C519A2D2}"/>
              </a:ext>
            </a:extLst>
          </p:cNvPr>
          <p:cNvSpPr>
            <a:spLocks noGrp="1"/>
          </p:cNvSpPr>
          <p:nvPr>
            <p:ph type="title"/>
          </p:nvPr>
        </p:nvSpPr>
        <p:spPr>
          <a:xfrm>
            <a:off x="3581400" y="692944"/>
            <a:ext cx="3643176" cy="483221"/>
          </a:xfrm>
        </p:spPr>
        <p:txBody>
          <a:bodyPr/>
          <a:lstStyle/>
          <a:p>
            <a:r>
              <a:rPr lang="en-US" sz="2000" dirty="0">
                <a:solidFill>
                  <a:schemeClr val="bg1"/>
                </a:solidFill>
              </a:rPr>
              <a:t>System implementation</a:t>
            </a:r>
            <a:endParaRPr lang="en-IN" sz="2000" dirty="0">
              <a:solidFill>
                <a:schemeClr val="bg1"/>
              </a:solidFill>
            </a:endParaRPr>
          </a:p>
        </p:txBody>
      </p:sp>
      <p:pic>
        <p:nvPicPr>
          <p:cNvPr id="15" name="object 3">
            <a:extLst>
              <a:ext uri="{FF2B5EF4-FFF2-40B4-BE49-F238E27FC236}">
                <a16:creationId xmlns:a16="http://schemas.microsoft.com/office/drawing/2014/main" id="{9E0C9A11-A31F-70BE-F7D6-FB7483910829}"/>
              </a:ext>
            </a:extLst>
          </p:cNvPr>
          <p:cNvPicPr/>
          <p:nvPr/>
        </p:nvPicPr>
        <p:blipFill>
          <a:blip r:embed="rId5" cstate="print"/>
          <a:stretch>
            <a:fillRect/>
          </a:stretch>
        </p:blipFill>
        <p:spPr>
          <a:xfrm>
            <a:off x="290750" y="204311"/>
            <a:ext cx="1163002" cy="424338"/>
          </a:xfrm>
          <a:prstGeom prst="rect">
            <a:avLst/>
          </a:prstGeom>
        </p:spPr>
      </p:pic>
      <p:sp>
        <p:nvSpPr>
          <p:cNvPr id="17" name="TextBox 16">
            <a:extLst>
              <a:ext uri="{FF2B5EF4-FFF2-40B4-BE49-F238E27FC236}">
                <a16:creationId xmlns:a16="http://schemas.microsoft.com/office/drawing/2014/main" id="{7A8B8637-1643-936C-3B00-BA30905E43DB}"/>
              </a:ext>
            </a:extLst>
          </p:cNvPr>
          <p:cNvSpPr txBox="1"/>
          <p:nvPr/>
        </p:nvSpPr>
        <p:spPr>
          <a:xfrm>
            <a:off x="373788" y="1380395"/>
            <a:ext cx="9151212" cy="1577355"/>
          </a:xfrm>
          <a:prstGeom prst="rect">
            <a:avLst/>
          </a:prstGeom>
          <a:noFill/>
        </p:spPr>
        <p:txBody>
          <a:bodyPr wrap="square">
            <a:spAutoFit/>
          </a:bodyPr>
          <a:lstStyle/>
          <a:p>
            <a:pPr>
              <a:spcBef>
                <a:spcPts val="60"/>
              </a:spcBef>
              <a:buNone/>
            </a:pPr>
            <a:r>
              <a:rPr lang="en-US" sz="1600" dirty="0">
                <a:effectLst/>
                <a:latin typeface="Times New Roman" panose="02020603050405020304" pitchFamily="18" charset="0"/>
                <a:ea typeface="Times New Roman" panose="02020603050405020304" pitchFamily="18" charset="0"/>
              </a:rPr>
              <a:t> </a:t>
            </a:r>
            <a:endParaRPr lang="en-IN" sz="1600" dirty="0">
              <a:effectLst/>
              <a:latin typeface="Times New Roman" panose="02020603050405020304" pitchFamily="18" charset="0"/>
              <a:ea typeface="Times New Roman" panose="02020603050405020304" pitchFamily="18" charset="0"/>
            </a:endParaRPr>
          </a:p>
          <a:p>
            <a:pPr marL="436245" indent="-264795">
              <a:spcBef>
                <a:spcPts val="940"/>
              </a:spcBef>
            </a:pPr>
            <a:r>
              <a:rPr lang="en-US" sz="1800" b="1" u="sng" dirty="0" err="1"/>
              <a:t>Veiw</a:t>
            </a:r>
            <a:r>
              <a:rPr lang="en-US" sz="1800" b="1" u="sng" dirty="0"/>
              <a:t> employee leave report</a:t>
            </a:r>
            <a:r>
              <a:rPr lang="en-US" sz="2000" b="1" u="sng" spc="-60" dirty="0">
                <a:effectLst/>
                <a:latin typeface="Times New Roman" panose="02020603050405020304" pitchFamily="18" charset="0"/>
                <a:ea typeface="Times New Roman" panose="02020603050405020304" pitchFamily="18" charset="0"/>
              </a:rPr>
              <a:t>:</a:t>
            </a:r>
          </a:p>
          <a:p>
            <a:pPr marL="436245" indent="-264795">
              <a:spcBef>
                <a:spcPts val="940"/>
              </a:spcBef>
            </a:pPr>
            <a:r>
              <a:rPr lang="en-US" sz="1800" dirty="0"/>
              <a:t>Shows the interface of employee leave report and leave count</a:t>
            </a:r>
            <a:endParaRPr lang="en-IN" sz="1800" dirty="0"/>
          </a:p>
          <a:p>
            <a:pPr marL="436245" indent="-264795">
              <a:spcBef>
                <a:spcPts val="940"/>
              </a:spcBef>
              <a:buNone/>
            </a:pPr>
            <a:endParaRPr lang="en-IN" sz="2000" b="1" dirty="0">
              <a:effectLst/>
              <a:latin typeface="Times New Roman" panose="02020603050405020304" pitchFamily="18" charset="0"/>
              <a:ea typeface="Times New Roman" panose="02020603050405020304" pitchFamily="18" charset="0"/>
            </a:endParaRPr>
          </a:p>
        </p:txBody>
      </p:sp>
      <p:pic>
        <p:nvPicPr>
          <p:cNvPr id="2" name="Image 15">
            <a:extLst>
              <a:ext uri="{FF2B5EF4-FFF2-40B4-BE49-F238E27FC236}">
                <a16:creationId xmlns:a16="http://schemas.microsoft.com/office/drawing/2014/main" id="{7814BFDD-9A07-DDF7-99AB-AEC03DE828E4}"/>
              </a:ext>
            </a:extLst>
          </p:cNvPr>
          <p:cNvPicPr>
            <a:picLocks/>
          </p:cNvPicPr>
          <p:nvPr/>
        </p:nvPicPr>
        <p:blipFill>
          <a:blip r:embed="rId6" cstate="print"/>
          <a:stretch>
            <a:fillRect/>
          </a:stretch>
        </p:blipFill>
        <p:spPr>
          <a:xfrm>
            <a:off x="1219200" y="3048001"/>
            <a:ext cx="7467600" cy="3377624"/>
          </a:xfrm>
          <a:prstGeom prst="rect">
            <a:avLst/>
          </a:prstGeom>
        </p:spPr>
      </p:pic>
    </p:spTree>
    <p:extLst>
      <p:ext uri="{BB962C8B-B14F-4D97-AF65-F5344CB8AC3E}">
        <p14:creationId xmlns:p14="http://schemas.microsoft.com/office/powerpoint/2010/main" val="17661764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566B15-FBBA-88E4-439B-3760D86B920E}"/>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0E93131E-D2BB-EC5C-2A95-924FDF20D02E}"/>
              </a:ext>
            </a:extLst>
          </p:cNvPr>
          <p:cNvSpPr txBox="1"/>
          <p:nvPr/>
        </p:nvSpPr>
        <p:spPr>
          <a:xfrm>
            <a:off x="380999" y="1143000"/>
            <a:ext cx="9382711" cy="6221640"/>
          </a:xfrm>
          <a:prstGeom prst="rect">
            <a:avLst/>
          </a:prstGeom>
          <a:noFill/>
        </p:spPr>
        <p:txBody>
          <a:bodyPr wrap="square" rtlCol="0">
            <a:spAutoFit/>
          </a:bodyPr>
          <a:lstStyle/>
          <a:p>
            <a:pPr algn="just">
              <a:lnSpc>
                <a:spcPct val="150000"/>
              </a:lnSpc>
            </a:pPr>
            <a:r>
              <a:rPr lang="en-IN" sz="2000" dirty="0"/>
              <a:t>The Employee Leave Management System developed in this project provides basic functionalities for managing employee leave records. However, the system can be further enhanced by adding advanced features to improve its functionality and </a:t>
            </a:r>
            <a:r>
              <a:rPr lang="en-IN" sz="2000" dirty="0" err="1"/>
              <a:t>usability.Some</a:t>
            </a:r>
            <a:r>
              <a:rPr lang="en-IN" sz="2000" dirty="0"/>
              <a:t> possible future enhancements include:</a:t>
            </a:r>
          </a:p>
          <a:p>
            <a:pPr marL="342900" lvl="0" indent="-342900" algn="just">
              <a:lnSpc>
                <a:spcPct val="150000"/>
              </a:lnSpc>
              <a:buFont typeface="Arial" panose="020B0604020202020204" pitchFamily="34" charset="0"/>
              <a:buChar char="•"/>
            </a:pPr>
            <a:r>
              <a:rPr lang="en-IN" sz="2000" b="1" dirty="0"/>
              <a:t>Payroll Management:</a:t>
            </a:r>
          </a:p>
          <a:p>
            <a:pPr algn="just">
              <a:lnSpc>
                <a:spcPct val="150000"/>
              </a:lnSpc>
            </a:pPr>
            <a:r>
              <a:rPr lang="en-US" sz="2200" dirty="0">
                <a:latin typeface="Times New Roman" panose="02020603050405020304" pitchFamily="18" charset="0"/>
                <a:cs typeface="Times New Roman" panose="02020603050405020304" pitchFamily="18" charset="0"/>
              </a:rPr>
              <a:t>Integrating leave data with payroll to calculate salaries based on leave deductions            and generate </a:t>
            </a:r>
            <a:r>
              <a:rPr lang="en-US" sz="2200" dirty="0" err="1">
                <a:latin typeface="Times New Roman" panose="02020603050405020304" pitchFamily="18" charset="0"/>
                <a:cs typeface="Times New Roman" panose="02020603050405020304" pitchFamily="18" charset="0"/>
              </a:rPr>
              <a:t>payslips</a:t>
            </a:r>
            <a:endParaRPr lang="en-IN" sz="2200" dirty="0">
              <a:latin typeface="Times New Roman" panose="02020603050405020304" pitchFamily="18" charset="0"/>
              <a:cs typeface="Times New Roman" panose="02020603050405020304" pitchFamily="18" charset="0"/>
            </a:endParaRPr>
          </a:p>
          <a:p>
            <a:pPr marL="342900" lvl="0" indent="-342900" algn="just">
              <a:lnSpc>
                <a:spcPct val="150000"/>
              </a:lnSpc>
              <a:buFont typeface="Arial" panose="020B0604020202020204" pitchFamily="34" charset="0"/>
              <a:buChar char="•"/>
            </a:pPr>
            <a:r>
              <a:rPr lang="en-IN" sz="2000" b="1" dirty="0"/>
              <a:t>Attendance Management:</a:t>
            </a:r>
          </a:p>
          <a:p>
            <a:pPr algn="just">
              <a:lnSpc>
                <a:spcPct val="150000"/>
              </a:lnSpc>
            </a:pPr>
            <a:r>
              <a:rPr lang="en-US" sz="2200" dirty="0">
                <a:latin typeface="Times New Roman" panose="02020603050405020304" pitchFamily="18" charset="0"/>
                <a:cs typeface="Times New Roman" panose="02020603050405020304" pitchFamily="18" charset="0"/>
              </a:rPr>
              <a:t>Adding attendance tracking and linking it with leave records for better workforce management</a:t>
            </a:r>
            <a:endParaRPr lang="en-IN" sz="2200" dirty="0">
              <a:latin typeface="Times New Roman" panose="02020603050405020304" pitchFamily="18" charset="0"/>
              <a:cs typeface="Times New Roman" panose="02020603050405020304" pitchFamily="18" charset="0"/>
            </a:endParaRPr>
          </a:p>
          <a:p>
            <a:pPr marL="342900" lvl="0" indent="-342900" algn="just">
              <a:lnSpc>
                <a:spcPct val="150000"/>
              </a:lnSpc>
              <a:buFont typeface="Arial" panose="020B0604020202020204" pitchFamily="34" charset="0"/>
              <a:buChar char="•"/>
            </a:pPr>
            <a:r>
              <a:rPr lang="en-IN" sz="2000" b="1" dirty="0"/>
              <a:t>Web-Based Application:</a:t>
            </a:r>
          </a:p>
          <a:p>
            <a:pPr algn="just">
              <a:lnSpc>
                <a:spcPct val="150000"/>
              </a:lnSpc>
            </a:pPr>
            <a:r>
              <a:rPr lang="en-IN" sz="2000" dirty="0"/>
              <a:t>Converting the desktop application into a web-based system for remote </a:t>
            </a:r>
          </a:p>
          <a:p>
            <a:pPr algn="just">
              <a:lnSpc>
                <a:spcPct val="150000"/>
              </a:lnSpc>
            </a:pPr>
            <a:r>
              <a:rPr lang="en-IN" sz="2000" dirty="0"/>
              <a:t>access</a:t>
            </a:r>
          </a:p>
        </p:txBody>
      </p:sp>
      <p:grpSp>
        <p:nvGrpSpPr>
          <p:cNvPr id="7" name="object 3">
            <a:extLst>
              <a:ext uri="{FF2B5EF4-FFF2-40B4-BE49-F238E27FC236}">
                <a16:creationId xmlns:a16="http://schemas.microsoft.com/office/drawing/2014/main" id="{2AA4C980-B3A7-207C-41C1-E5E20AC1774F}"/>
              </a:ext>
            </a:extLst>
          </p:cNvPr>
          <p:cNvGrpSpPr/>
          <p:nvPr/>
        </p:nvGrpSpPr>
        <p:grpSpPr>
          <a:xfrm>
            <a:off x="2477248" y="152400"/>
            <a:ext cx="5103904" cy="1198311"/>
            <a:chOff x="2648188" y="47148"/>
            <a:chExt cx="5103904" cy="1198311"/>
          </a:xfrm>
        </p:grpSpPr>
        <p:pic>
          <p:nvPicPr>
            <p:cNvPr id="8" name="object 4">
              <a:extLst>
                <a:ext uri="{FF2B5EF4-FFF2-40B4-BE49-F238E27FC236}">
                  <a16:creationId xmlns:a16="http://schemas.microsoft.com/office/drawing/2014/main" id="{FCE0C84F-6254-D24F-D561-30DE987BE354}"/>
                </a:ext>
              </a:extLst>
            </p:cNvPr>
            <p:cNvPicPr/>
            <p:nvPr/>
          </p:nvPicPr>
          <p:blipFill>
            <a:blip r:embed="rId2"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7909B96B-5C39-8043-CA2D-5B828EFA7574}"/>
                </a:ext>
              </a:extLst>
            </p:cNvPr>
            <p:cNvPicPr/>
            <p:nvPr/>
          </p:nvPicPr>
          <p:blipFill>
            <a:blip r:embed="rId3"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C5015D36-BC2F-3B81-753E-F473E84B785D}"/>
                </a:ext>
              </a:extLst>
            </p:cNvPr>
            <p:cNvPicPr/>
            <p:nvPr/>
          </p:nvPicPr>
          <p:blipFill>
            <a:blip r:embed="rId4"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F2E63626-00F9-C9BD-F925-C51513AE50EF}"/>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2" name="object 9">
            <a:extLst>
              <a:ext uri="{FF2B5EF4-FFF2-40B4-BE49-F238E27FC236}">
                <a16:creationId xmlns:a16="http://schemas.microsoft.com/office/drawing/2014/main" id="{D4D54D4E-EE1A-E311-1FB3-DF54075DFCDF}"/>
              </a:ext>
            </a:extLst>
          </p:cNvPr>
          <p:cNvSpPr txBox="1">
            <a:spLocks noGrp="1"/>
          </p:cNvSpPr>
          <p:nvPr>
            <p:ph type="title"/>
          </p:nvPr>
        </p:nvSpPr>
        <p:spPr>
          <a:xfrm>
            <a:off x="3649027" y="438046"/>
            <a:ext cx="2760345"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Future Enhancements</a:t>
            </a:r>
          </a:p>
        </p:txBody>
      </p:sp>
      <p:pic>
        <p:nvPicPr>
          <p:cNvPr id="13" name="object 3">
            <a:extLst>
              <a:ext uri="{FF2B5EF4-FFF2-40B4-BE49-F238E27FC236}">
                <a16:creationId xmlns:a16="http://schemas.microsoft.com/office/drawing/2014/main" id="{A2987431-337A-DB3D-5560-70B732DBEDE6}"/>
              </a:ext>
            </a:extLst>
          </p:cNvPr>
          <p:cNvPicPr/>
          <p:nvPr/>
        </p:nvPicPr>
        <p:blipFill>
          <a:blip r:embed="rId5"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12187896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502E41-7E6E-9AB7-4311-D58503EE4565}"/>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25376381-AD7A-228D-6305-1256490B7F5E}"/>
              </a:ext>
            </a:extLst>
          </p:cNvPr>
          <p:cNvSpPr txBox="1"/>
          <p:nvPr/>
        </p:nvSpPr>
        <p:spPr>
          <a:xfrm>
            <a:off x="304800" y="1034052"/>
            <a:ext cx="9448800" cy="6821804"/>
          </a:xfrm>
          <a:prstGeom prst="rect">
            <a:avLst/>
          </a:prstGeom>
          <a:noFill/>
        </p:spPr>
        <p:txBody>
          <a:bodyPr wrap="square" rtlCol="0">
            <a:spAutoFit/>
          </a:bodyPr>
          <a:lstStyle/>
          <a:p>
            <a:pPr>
              <a:lnSpc>
                <a:spcPct val="150000"/>
              </a:lnSpc>
            </a:pPr>
            <a:r>
              <a:rPr lang="en-IN" sz="2000" dirty="0"/>
              <a:t>The following references were used during the development of the Employee Leave Management System:</a:t>
            </a:r>
          </a:p>
          <a:p>
            <a:pPr marL="714375" lvl="2" indent="-285750">
              <a:lnSpc>
                <a:spcPct val="150000"/>
              </a:lnSpc>
              <a:buFont typeface="Arial" panose="020B0604020202020204" pitchFamily="34" charset="0"/>
              <a:buChar char="•"/>
            </a:pPr>
            <a:r>
              <a:rPr lang="en-IN" b="1" dirty="0"/>
              <a:t>Herbert Schildt</a:t>
            </a:r>
            <a:r>
              <a:rPr lang="en-IN" dirty="0"/>
              <a:t>, </a:t>
            </a:r>
            <a:r>
              <a:rPr lang="en-IN" i="1" dirty="0"/>
              <a:t>Java: The Complete Reference</a:t>
            </a:r>
            <a:r>
              <a:rPr lang="en-IN" dirty="0"/>
              <a:t>, Oracle Press, 11th Edition.</a:t>
            </a:r>
          </a:p>
          <a:p>
            <a:pPr marL="714375" lvl="2" indent="-285750">
              <a:lnSpc>
                <a:spcPct val="150000"/>
              </a:lnSpc>
              <a:buFont typeface="Arial" panose="020B0604020202020204" pitchFamily="34" charset="0"/>
              <a:buChar char="•"/>
            </a:pPr>
            <a:r>
              <a:rPr lang="en-IN" b="1" dirty="0"/>
              <a:t>E. </a:t>
            </a:r>
            <a:r>
              <a:rPr lang="en-IN" b="1" dirty="0" err="1"/>
              <a:t>Balagurusamy</a:t>
            </a:r>
            <a:r>
              <a:rPr lang="en-IN" dirty="0"/>
              <a:t>, </a:t>
            </a:r>
            <a:r>
              <a:rPr lang="en-IN" i="1" dirty="0"/>
              <a:t>Programming with Java</a:t>
            </a:r>
            <a:r>
              <a:rPr lang="en-IN" dirty="0"/>
              <a:t>, McGraw Hill Education.</a:t>
            </a:r>
          </a:p>
          <a:p>
            <a:pPr marL="714375" lvl="2" indent="-285750">
              <a:lnSpc>
                <a:spcPct val="150000"/>
              </a:lnSpc>
              <a:buFont typeface="Arial" panose="020B0604020202020204" pitchFamily="34" charset="0"/>
              <a:buChar char="•"/>
            </a:pPr>
            <a:r>
              <a:rPr lang="en-IN" b="1" dirty="0"/>
              <a:t>Korth, Silberschatz, Sudarshan</a:t>
            </a:r>
            <a:r>
              <a:rPr lang="en-IN" dirty="0"/>
              <a:t>, </a:t>
            </a:r>
            <a:r>
              <a:rPr lang="en-IN" i="1" dirty="0"/>
              <a:t>Database System Concepts</a:t>
            </a:r>
            <a:r>
              <a:rPr lang="en-IN" dirty="0"/>
              <a:t>, McGraw Hill.</a:t>
            </a:r>
          </a:p>
          <a:p>
            <a:pPr marL="714375" lvl="2" indent="-285750">
              <a:lnSpc>
                <a:spcPct val="150000"/>
              </a:lnSpc>
              <a:buFont typeface="Arial" panose="020B0604020202020204" pitchFamily="34" charset="0"/>
              <a:buChar char="•"/>
            </a:pPr>
            <a:r>
              <a:rPr lang="en-IN" b="1" dirty="0"/>
              <a:t>MySQL Documentation</a:t>
            </a:r>
            <a:r>
              <a:rPr lang="en-IN" dirty="0"/>
              <a:t>,</a:t>
            </a:r>
            <a:br>
              <a:rPr lang="en-IN" dirty="0"/>
            </a:br>
            <a:r>
              <a:rPr lang="en-US" sz="1800" dirty="0">
                <a:hlinkClick r:id="rId2"/>
              </a:rPr>
              <a:t>https://dev.mysql.com/doc/</a:t>
            </a:r>
            <a:endParaRPr lang="en-IN" dirty="0"/>
          </a:p>
          <a:p>
            <a:pPr marL="714375" lvl="2" indent="-285750">
              <a:lnSpc>
                <a:spcPct val="150000"/>
              </a:lnSpc>
              <a:buFont typeface="Arial" panose="020B0604020202020204" pitchFamily="34" charset="0"/>
              <a:buChar char="•"/>
            </a:pPr>
            <a:r>
              <a:rPr lang="en-IN" b="1" dirty="0"/>
              <a:t>Java Documentation (Oracle)</a:t>
            </a:r>
            <a:r>
              <a:rPr lang="en-IN" dirty="0"/>
              <a:t>,</a:t>
            </a:r>
            <a:br>
              <a:rPr lang="en-IN" dirty="0"/>
            </a:br>
            <a:r>
              <a:rPr lang="en-IN" u="sng" dirty="0">
                <a:hlinkClick r:id="rId3"/>
              </a:rPr>
              <a:t>https://docs.oracle.com/javase</a:t>
            </a:r>
            <a:endParaRPr lang="en-IN" dirty="0"/>
          </a:p>
          <a:p>
            <a:pPr marL="714375" lvl="2" indent="-285750">
              <a:lnSpc>
                <a:spcPct val="150000"/>
              </a:lnSpc>
              <a:buFont typeface="Arial" panose="020B0604020202020204" pitchFamily="34" charset="0"/>
              <a:buChar char="•"/>
            </a:pPr>
            <a:r>
              <a:rPr lang="en-IN" b="1" dirty="0"/>
              <a:t>JDBC Tutorial – </a:t>
            </a:r>
            <a:r>
              <a:rPr lang="en-IN" b="1" dirty="0" err="1"/>
              <a:t>GeeksforGeeks</a:t>
            </a:r>
            <a:r>
              <a:rPr lang="en-IN" dirty="0"/>
              <a:t>,</a:t>
            </a:r>
            <a:br>
              <a:rPr lang="en-IN" dirty="0"/>
            </a:br>
            <a:r>
              <a:rPr lang="en-IN" dirty="0"/>
              <a:t>https://www.geeksforgeeks.org/jdbc/</a:t>
            </a:r>
          </a:p>
          <a:p>
            <a:pPr marL="714375" lvl="2" indent="-285750">
              <a:lnSpc>
                <a:spcPct val="150000"/>
              </a:lnSpc>
              <a:buFont typeface="Arial" panose="020B0604020202020204" pitchFamily="34" charset="0"/>
              <a:buChar char="•"/>
            </a:pPr>
            <a:r>
              <a:rPr lang="en-IN" b="1" dirty="0"/>
              <a:t>Java Swing Tutorial – </a:t>
            </a:r>
            <a:r>
              <a:rPr lang="en-IN" b="1" dirty="0" err="1"/>
              <a:t>TutorialsPoint</a:t>
            </a:r>
            <a:r>
              <a:rPr lang="en-IN" dirty="0"/>
              <a:t>,</a:t>
            </a:r>
            <a:br>
              <a:rPr lang="en-IN" dirty="0"/>
            </a:br>
            <a:r>
              <a:rPr lang="en-IN" dirty="0"/>
              <a:t>https://www.tutorialspoint.com/java_swing</a:t>
            </a:r>
          </a:p>
          <a:p>
            <a:pPr marL="714375" lvl="2" indent="-285750">
              <a:lnSpc>
                <a:spcPct val="150000"/>
              </a:lnSpc>
              <a:buFont typeface="Arial" panose="020B0604020202020204" pitchFamily="34" charset="0"/>
              <a:buChar char="•"/>
            </a:pPr>
            <a:r>
              <a:rPr lang="en-IN" b="1" dirty="0"/>
              <a:t>W3Schools Java Tutorial</a:t>
            </a:r>
            <a:r>
              <a:rPr lang="en-IN" dirty="0"/>
              <a:t>,</a:t>
            </a:r>
            <a:br>
              <a:rPr lang="en-IN" dirty="0"/>
            </a:br>
            <a:r>
              <a:rPr lang="en-IN" u="sng" dirty="0">
                <a:hlinkClick r:id="rId4"/>
              </a:rPr>
              <a:t>https://www.w3schools.com/java/</a:t>
            </a:r>
            <a:endParaRPr lang="en-IN" dirty="0"/>
          </a:p>
          <a:p>
            <a:pPr algn="just">
              <a:lnSpc>
                <a:spcPct val="150000"/>
              </a:lnSpc>
            </a:pPr>
            <a:endParaRPr lang="en-IN" sz="2000" dirty="0"/>
          </a:p>
        </p:txBody>
      </p:sp>
      <p:grpSp>
        <p:nvGrpSpPr>
          <p:cNvPr id="7" name="object 3">
            <a:extLst>
              <a:ext uri="{FF2B5EF4-FFF2-40B4-BE49-F238E27FC236}">
                <a16:creationId xmlns:a16="http://schemas.microsoft.com/office/drawing/2014/main" id="{32D71BC4-812B-11BE-6A6C-1CA5A91B779D}"/>
              </a:ext>
            </a:extLst>
          </p:cNvPr>
          <p:cNvGrpSpPr/>
          <p:nvPr/>
        </p:nvGrpSpPr>
        <p:grpSpPr>
          <a:xfrm>
            <a:off x="2477248" y="152400"/>
            <a:ext cx="5103904" cy="1198311"/>
            <a:chOff x="2648188" y="47148"/>
            <a:chExt cx="5103904" cy="1198311"/>
          </a:xfrm>
        </p:grpSpPr>
        <p:pic>
          <p:nvPicPr>
            <p:cNvPr id="8" name="object 4">
              <a:extLst>
                <a:ext uri="{FF2B5EF4-FFF2-40B4-BE49-F238E27FC236}">
                  <a16:creationId xmlns:a16="http://schemas.microsoft.com/office/drawing/2014/main" id="{6897A887-118D-142E-FC3E-D6BE5C1E9795}"/>
                </a:ext>
              </a:extLst>
            </p:cNvPr>
            <p:cNvPicPr/>
            <p:nvPr/>
          </p:nvPicPr>
          <p:blipFill>
            <a:blip r:embed="rId5"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A69A73B6-BAAC-6763-2263-E88C0E65C7C3}"/>
                </a:ext>
              </a:extLst>
            </p:cNvPr>
            <p:cNvPicPr/>
            <p:nvPr/>
          </p:nvPicPr>
          <p:blipFill>
            <a:blip r:embed="rId6"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B12E086F-BA20-7EBA-DFAA-D7884D2F86C0}"/>
                </a:ext>
              </a:extLst>
            </p:cNvPr>
            <p:cNvPicPr/>
            <p:nvPr/>
          </p:nvPicPr>
          <p:blipFill>
            <a:blip r:embed="rId7"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CD22B9F6-01CA-54BB-97B5-0180CEF24C6E}"/>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2" name="object 9">
            <a:extLst>
              <a:ext uri="{FF2B5EF4-FFF2-40B4-BE49-F238E27FC236}">
                <a16:creationId xmlns:a16="http://schemas.microsoft.com/office/drawing/2014/main" id="{E459A9DA-9776-0281-AD94-A452E7257896}"/>
              </a:ext>
            </a:extLst>
          </p:cNvPr>
          <p:cNvSpPr txBox="1">
            <a:spLocks noGrp="1"/>
          </p:cNvSpPr>
          <p:nvPr>
            <p:ph type="title"/>
          </p:nvPr>
        </p:nvSpPr>
        <p:spPr>
          <a:xfrm>
            <a:off x="4194015" y="429568"/>
            <a:ext cx="2760345"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References</a:t>
            </a:r>
          </a:p>
        </p:txBody>
      </p:sp>
      <p:pic>
        <p:nvPicPr>
          <p:cNvPr id="13" name="object 3">
            <a:extLst>
              <a:ext uri="{FF2B5EF4-FFF2-40B4-BE49-F238E27FC236}">
                <a16:creationId xmlns:a16="http://schemas.microsoft.com/office/drawing/2014/main" id="{6E0266AA-A7A6-E24C-77B4-437EA2766279}"/>
              </a:ext>
            </a:extLst>
          </p:cNvPr>
          <p:cNvPicPr/>
          <p:nvPr/>
        </p:nvPicPr>
        <p:blipFill>
          <a:blip r:embed="rId8"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21820207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ABB4592-5775-79D7-4F02-0BE4F7025B51}"/>
              </a:ext>
            </a:extLst>
          </p:cNvPr>
          <p:cNvSpPr txBox="1"/>
          <p:nvPr/>
        </p:nvSpPr>
        <p:spPr>
          <a:xfrm>
            <a:off x="457200" y="1356599"/>
            <a:ext cx="9583455" cy="5509200"/>
          </a:xfrm>
          <a:prstGeom prst="rect">
            <a:avLst/>
          </a:prstGeom>
          <a:noFill/>
        </p:spPr>
        <p:txBody>
          <a:bodyPr wrap="square" rtlCol="0">
            <a:spAutoFit/>
          </a:bodyPr>
          <a:lstStyle/>
          <a:p>
            <a:r>
              <a:rPr lang="en-US" sz="2200" dirty="0">
                <a:latin typeface="Times New Roman" panose="02020603050405020304" pitchFamily="18" charset="0"/>
                <a:cs typeface="Times New Roman" panose="02020603050405020304" pitchFamily="18" charset="0"/>
              </a:rPr>
              <a:t>The Employee Leave Management System has been successfully developed to manage employee leave information in an efficient and organized manner. The system replaces manual leave tracking methods with a computerized solution, thereby reducing errors, saving time, and improving the accuracy of leave records.</a:t>
            </a:r>
            <a:endParaRPr lang="en-IN" sz="2200" dirty="0">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The application provides essential functionalities such as applying for leave, approving or rejecting requests, tracking leave status, and maintaining leave history through a simple and effective interface. By using technologies like Core Java, JDBC, and MySQL database, the system ensures reliable performance, secure data handling, and easy access to leave-related information.</a:t>
            </a:r>
            <a:endParaRPr lang="en-IN" sz="2200" dirty="0">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Overall, the system improves the efficiency of managing employee leave processes and reduces the workload of administrative staff and managers. It also provides a scalable solution that can be further enhanced in the future by adding features such as web-based access, role-based authentication, and advanced report generation.</a:t>
            </a:r>
            <a:endParaRPr lang="en-IN" sz="2200" dirty="0">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In conclusion, the Employee Leave Management System meets the project objectives and serves as an effective tool for managing employee leave records in organizations</a:t>
            </a:r>
          </a:p>
        </p:txBody>
      </p:sp>
      <p:grpSp>
        <p:nvGrpSpPr>
          <p:cNvPr id="7" name="object 3">
            <a:extLst>
              <a:ext uri="{FF2B5EF4-FFF2-40B4-BE49-F238E27FC236}">
                <a16:creationId xmlns:a16="http://schemas.microsoft.com/office/drawing/2014/main" id="{20B8B724-A73F-F006-222B-6A4FF27EB83E}"/>
              </a:ext>
            </a:extLst>
          </p:cNvPr>
          <p:cNvGrpSpPr/>
          <p:nvPr/>
        </p:nvGrpSpPr>
        <p:grpSpPr>
          <a:xfrm>
            <a:off x="2477248" y="152400"/>
            <a:ext cx="5103904" cy="1198311"/>
            <a:chOff x="2648188" y="47148"/>
            <a:chExt cx="5103904" cy="1198311"/>
          </a:xfrm>
        </p:grpSpPr>
        <p:pic>
          <p:nvPicPr>
            <p:cNvPr id="8" name="object 4">
              <a:extLst>
                <a:ext uri="{FF2B5EF4-FFF2-40B4-BE49-F238E27FC236}">
                  <a16:creationId xmlns:a16="http://schemas.microsoft.com/office/drawing/2014/main" id="{8D96FE08-6C48-29F6-B8BF-733A1FE4EFC2}"/>
                </a:ext>
              </a:extLst>
            </p:cNvPr>
            <p:cNvPicPr/>
            <p:nvPr/>
          </p:nvPicPr>
          <p:blipFill>
            <a:blip r:embed="rId2"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F663E0BF-F2C3-9990-10F0-85152F3B7499}"/>
                </a:ext>
              </a:extLst>
            </p:cNvPr>
            <p:cNvPicPr/>
            <p:nvPr/>
          </p:nvPicPr>
          <p:blipFill>
            <a:blip r:embed="rId3"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AF92C391-8A67-101D-C7DE-D42721562E91}"/>
                </a:ext>
              </a:extLst>
            </p:cNvPr>
            <p:cNvPicPr/>
            <p:nvPr/>
          </p:nvPicPr>
          <p:blipFill>
            <a:blip r:embed="rId4"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5C67209A-2109-EE49-1C12-165FDE2056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2" name="object 9">
            <a:extLst>
              <a:ext uri="{FF2B5EF4-FFF2-40B4-BE49-F238E27FC236}">
                <a16:creationId xmlns:a16="http://schemas.microsoft.com/office/drawing/2014/main" id="{F513CBE2-66AF-A982-0CC5-B24C79BA9503}"/>
              </a:ext>
            </a:extLst>
          </p:cNvPr>
          <p:cNvSpPr txBox="1">
            <a:spLocks noGrp="1"/>
          </p:cNvSpPr>
          <p:nvPr>
            <p:ph type="title"/>
          </p:nvPr>
        </p:nvSpPr>
        <p:spPr>
          <a:xfrm>
            <a:off x="3945255" y="432593"/>
            <a:ext cx="2167890" cy="327660"/>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CONCLUSION</a:t>
            </a:r>
          </a:p>
        </p:txBody>
      </p:sp>
      <p:pic>
        <p:nvPicPr>
          <p:cNvPr id="13" name="object 3">
            <a:extLst>
              <a:ext uri="{FF2B5EF4-FFF2-40B4-BE49-F238E27FC236}">
                <a16:creationId xmlns:a16="http://schemas.microsoft.com/office/drawing/2014/main" id="{A2CEDFE4-2383-831F-CDEE-1CF3B0215E16}"/>
              </a:ext>
            </a:extLst>
          </p:cNvPr>
          <p:cNvPicPr/>
          <p:nvPr/>
        </p:nvPicPr>
        <p:blipFill>
          <a:blip r:embed="rId5"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26941927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5B32A-9B14-7FA0-D59B-AF32355B7813}"/>
              </a:ext>
            </a:extLst>
          </p:cNvPr>
          <p:cNvSpPr>
            <a:spLocks noGrp="1"/>
          </p:cNvSpPr>
          <p:nvPr>
            <p:ph type="ctrTitle"/>
          </p:nvPr>
        </p:nvSpPr>
        <p:spPr>
          <a:xfrm>
            <a:off x="3200400" y="3352800"/>
            <a:ext cx="4038600" cy="738664"/>
          </a:xfrm>
        </p:spPr>
        <p:txBody>
          <a:bodyPr/>
          <a:lstStyle/>
          <a:p>
            <a:r>
              <a:rPr lang="en-IN" sz="4800" dirty="0">
                <a:solidFill>
                  <a:schemeClr val="accent6">
                    <a:lumMod val="75000"/>
                  </a:schemeClr>
                </a:solidFill>
              </a:rPr>
              <a:t>THANK YOU</a:t>
            </a:r>
          </a:p>
        </p:txBody>
      </p:sp>
      <p:pic>
        <p:nvPicPr>
          <p:cNvPr id="4" name="object 3">
            <a:extLst>
              <a:ext uri="{FF2B5EF4-FFF2-40B4-BE49-F238E27FC236}">
                <a16:creationId xmlns:a16="http://schemas.microsoft.com/office/drawing/2014/main" id="{82A927C3-140A-7ABC-91C2-249562DF33FB}"/>
              </a:ext>
            </a:extLst>
          </p:cNvPr>
          <p:cNvPicPr/>
          <p:nvPr/>
        </p:nvPicPr>
        <p:blipFill>
          <a:blip r:embed="rId2"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7467787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2685</TotalTime>
  <Words>1567</Words>
  <Application>Microsoft Office PowerPoint</Application>
  <PresentationFormat>Custom</PresentationFormat>
  <Paragraphs>253</Paragraphs>
  <Slides>22</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Calibri</vt:lpstr>
      <vt:lpstr>Cambria</vt:lpstr>
      <vt:lpstr>Palatino Linotype</vt:lpstr>
      <vt:lpstr>Times New Roman</vt:lpstr>
      <vt:lpstr>Office Theme</vt:lpstr>
      <vt:lpstr>Java Programming Cornerstone Project Final Review</vt:lpstr>
      <vt:lpstr>PowerPoint Presentation</vt:lpstr>
      <vt:lpstr>ABSTRACT</vt:lpstr>
      <vt:lpstr>PowerPoint Presentation</vt:lpstr>
      <vt:lpstr>PowerPoint Presentation</vt:lpstr>
      <vt:lpstr>PowerPoint Presentation</vt:lpstr>
      <vt:lpstr>Database Design</vt:lpstr>
      <vt:lpstr>Database Design</vt:lpstr>
      <vt:lpstr>Database Design</vt:lpstr>
      <vt:lpstr>Database Design</vt:lpstr>
      <vt:lpstr>Database Design</vt:lpstr>
      <vt:lpstr>SYSTEM DESIGN</vt:lpstr>
      <vt:lpstr>System Implementation</vt:lpstr>
      <vt:lpstr>System Implementation</vt:lpstr>
      <vt:lpstr>System Implementation</vt:lpstr>
      <vt:lpstr>System Implementation</vt:lpstr>
      <vt:lpstr>System implementation</vt:lpstr>
      <vt:lpstr>System implementation</vt:lpstr>
      <vt:lpstr>Future Enhancements</vt:lpstr>
      <vt:lpstr>References</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Zeroth Review</dc:title>
  <dc:creator>RESHMA BASAPATHI</dc:creator>
  <cp:lastModifiedBy>kusuma tanuku</cp:lastModifiedBy>
  <cp:revision>51</cp:revision>
  <cp:lastPrinted>2025-10-14T18:21:49Z</cp:lastPrinted>
  <dcterms:created xsi:type="dcterms:W3CDTF">2025-10-10T08:28:06Z</dcterms:created>
  <dcterms:modified xsi:type="dcterms:W3CDTF">2026-04-06T06:52:18Z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2025-09-12T00:00:00Z</vt:filetime>
  </property>
  <property fmtid="{D5CDD505-2E9C-101B-9397-08002B2CF9AE}" pid="3" name="LastSaved">
    <vt:filetime>2025-10-10T00:00:00Z</vt:filetime>
  </property>
</Properties>
</file>